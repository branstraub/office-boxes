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2" r:id="rId4"/>
    <p:sldMasterId id="2147484289" r:id="rId5"/>
    <p:sldMasterId id="2147484300" r:id="rId6"/>
    <p:sldMasterId id="2147484312" r:id="rId7"/>
    <p:sldMasterId id="2147484344" r:id="rId8"/>
  </p:sldMasterIdLst>
  <p:notesMasterIdLst>
    <p:notesMasterId r:id="rId18"/>
  </p:notesMasterIdLst>
  <p:handoutMasterIdLst>
    <p:handoutMasterId r:id="rId19"/>
  </p:handoutMasterIdLst>
  <p:sldIdLst>
    <p:sldId id="351" r:id="rId9"/>
    <p:sldId id="327" r:id="rId10"/>
    <p:sldId id="330" r:id="rId11"/>
    <p:sldId id="329" r:id="rId12"/>
    <p:sldId id="348" r:id="rId13"/>
    <p:sldId id="367" r:id="rId14"/>
    <p:sldId id="368" r:id="rId15"/>
    <p:sldId id="369" r:id="rId16"/>
    <p:sldId id="365" r:id="rId17"/>
  </p:sldIdLst>
  <p:sldSz cx="12188825" cy="6858000"/>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2">
          <p15:clr>
            <a:srgbClr val="A4A3A4"/>
          </p15:clr>
        </p15:guide>
        <p15:guide id="2" orient="horz" pos="4176">
          <p15:clr>
            <a:srgbClr val="A4A3A4"/>
          </p15:clr>
        </p15:guide>
        <p15:guide id="3" orient="horz" pos="912">
          <p15:clr>
            <a:srgbClr val="A4A3A4"/>
          </p15:clr>
        </p15:guide>
        <p15:guide id="4" orient="horz" pos="1197">
          <p15:clr>
            <a:srgbClr val="A4A3A4"/>
          </p15:clr>
        </p15:guide>
        <p15:guide id="5" orient="horz" pos="1957">
          <p15:clr>
            <a:srgbClr val="A4A3A4"/>
          </p15:clr>
        </p15:guide>
        <p15:guide id="6" orient="horz" pos="2723">
          <p15:clr>
            <a:srgbClr val="A4A3A4"/>
          </p15:clr>
        </p15:guide>
        <p15:guide id="7" orient="horz" pos="2159">
          <p15:clr>
            <a:srgbClr val="A4A3A4"/>
          </p15:clr>
        </p15:guide>
        <p15:guide id="8" orient="horz" pos="3863">
          <p15:clr>
            <a:srgbClr val="A4A3A4"/>
          </p15:clr>
        </p15:guide>
        <p15:guide id="9" orient="horz" pos="3566">
          <p15:clr>
            <a:srgbClr val="A4A3A4"/>
          </p15:clr>
        </p15:guide>
        <p15:guide id="10" pos="128">
          <p15:clr>
            <a:srgbClr val="A4A3A4"/>
          </p15:clr>
        </p15:guide>
        <p15:guide id="11" pos="1767">
          <p15:clr>
            <a:srgbClr val="A4A3A4"/>
          </p15:clr>
        </p15:guide>
        <p15:guide id="12" pos="7554">
          <p15:clr>
            <a:srgbClr val="A4A3A4"/>
          </p15:clr>
        </p15:guide>
        <p15:guide id="13" pos="328">
          <p15:clr>
            <a:srgbClr val="A4A3A4"/>
          </p15:clr>
        </p15:guide>
        <p15:guide id="14" pos="7353">
          <p15:clr>
            <a:srgbClr val="A4A3A4"/>
          </p15:clr>
        </p15:guide>
        <p15:guide id="15" pos="613">
          <p15:clr>
            <a:srgbClr val="A4A3A4"/>
          </p15:clr>
        </p15:guide>
        <p15:guide id="16" pos="7062">
          <p15:clr>
            <a:srgbClr val="A4A3A4"/>
          </p15:clr>
        </p15:guide>
        <p15:guide id="17" pos="3837">
          <p15:clr>
            <a:srgbClr val="A4A3A4"/>
          </p15:clr>
        </p15:guide>
        <p15:guide id="18" pos="2216">
          <p15:clr>
            <a:srgbClr val="A4A3A4"/>
          </p15:clr>
        </p15:guide>
        <p15:guide id="19" pos="3771">
          <p15:clr>
            <a:srgbClr val="A4A3A4"/>
          </p15:clr>
        </p15:guide>
        <p15:guide id="20" orient="horz" pos="672">
          <p15:clr>
            <a:srgbClr val="A4A3A4"/>
          </p15:clr>
        </p15:guide>
        <p15:guide id="21" pos="7548">
          <p15:clr>
            <a:srgbClr val="A4A3A4"/>
          </p15:clr>
        </p15:guide>
        <p15:guide id="22" orient="horz" pos="2775">
          <p15:clr>
            <a:srgbClr val="A4A3A4"/>
          </p15:clr>
        </p15:guide>
        <p15:guide id="23" pos="7549">
          <p15:clr>
            <a:srgbClr val="A4A3A4"/>
          </p15:clr>
        </p15:guide>
        <p15:guide id="24" orient="horz" pos="145">
          <p15:clr>
            <a:srgbClr val="A4A3A4"/>
          </p15:clr>
        </p15:guide>
        <p15:guide id="25" orient="horz" pos="1300">
          <p15:clr>
            <a:srgbClr val="A4A3A4"/>
          </p15:clr>
        </p15:guide>
        <p15:guide id="26" orient="horz" pos="1874">
          <p15:clr>
            <a:srgbClr val="A4A3A4"/>
          </p15:clr>
        </p15:guide>
        <p15:guide id="27" orient="horz" pos="2452">
          <p15:clr>
            <a:srgbClr val="A4A3A4"/>
          </p15:clr>
        </p15:guide>
        <p15:guide id="28" orient="horz" pos="3025">
          <p15:clr>
            <a:srgbClr val="A4A3A4"/>
          </p15:clr>
        </p15:guide>
        <p15:guide id="29" orient="horz" pos="3698">
          <p15:clr>
            <a:srgbClr val="A4A3A4"/>
          </p15:clr>
        </p15:guide>
        <p15:guide id="30" orient="horz" pos="663">
          <p15:clr>
            <a:srgbClr val="A4A3A4"/>
          </p15:clr>
        </p15:guide>
        <p15:guide id="31" pos="98">
          <p15:clr>
            <a:srgbClr val="A4A3A4"/>
          </p15:clr>
        </p15:guide>
        <p15:guide id="32" pos="1824">
          <p15:clr>
            <a:srgbClr val="A4A3A4"/>
          </p15:clr>
        </p15:guide>
        <p15:guide id="33" pos="7506">
          <p15:clr>
            <a:srgbClr val="A4A3A4"/>
          </p15:clr>
        </p15:guide>
        <p15:guide id="34" pos="1248">
          <p15:clr>
            <a:srgbClr val="A4A3A4"/>
          </p15:clr>
        </p15:guide>
        <p15:guide id="35" pos="4708">
          <p15:clr>
            <a:srgbClr val="A4A3A4"/>
          </p15:clr>
        </p15:guide>
        <p15:guide id="36" pos="669">
          <p15:clr>
            <a:srgbClr val="A4A3A4"/>
          </p15:clr>
        </p15:guide>
        <p15:guide id="37" pos="4125">
          <p15:clr>
            <a:srgbClr val="A4A3A4"/>
          </p15:clr>
        </p15:guide>
        <p15:guide id="38" pos="3549">
          <p15:clr>
            <a:srgbClr val="A4A3A4"/>
          </p15:clr>
        </p15:guide>
        <p15:guide id="39" pos="2471">
          <p15:clr>
            <a:srgbClr val="A4A3A4"/>
          </p15:clr>
        </p15:guide>
        <p15:guide id="40" pos="2975">
          <p15:clr>
            <a:srgbClr val="A4A3A4"/>
          </p15:clr>
        </p15:guide>
        <p15:guide id="41" pos="5278">
          <p15:clr>
            <a:srgbClr val="A4A3A4"/>
          </p15:clr>
        </p15:guide>
        <p15:guide id="42" pos="5861">
          <p15:clr>
            <a:srgbClr val="A4A3A4"/>
          </p15:clr>
        </p15:guide>
        <p15:guide id="43" pos="6430">
          <p15:clr>
            <a:srgbClr val="A4A3A4"/>
          </p15:clr>
        </p15:guide>
        <p15:guide id="44" pos="7577">
          <p15:clr>
            <a:srgbClr val="A4A3A4"/>
          </p15:clr>
        </p15:guide>
        <p15:guide id="45" pos="344">
          <p15:clr>
            <a:srgbClr val="A4A3A4"/>
          </p15:clr>
        </p15:guide>
        <p15:guide id="46" orient="horz" pos="3713">
          <p15:clr>
            <a:srgbClr val="A4A3A4"/>
          </p15:clr>
        </p15:guide>
        <p15:guide id="47" orient="horz" pos="1863">
          <p15:clr>
            <a:srgbClr val="A4A3A4"/>
          </p15:clr>
        </p15:guide>
        <p15:guide id="48" orient="horz" pos="651">
          <p15:clr>
            <a:srgbClr val="A4A3A4"/>
          </p15:clr>
        </p15:guide>
        <p15:guide id="49" pos="7008">
          <p15:clr>
            <a:srgbClr val="A4A3A4"/>
          </p15:clr>
        </p15:guide>
        <p15:guide id="50" pos="7584">
          <p15:clr>
            <a:srgbClr val="A4A3A4"/>
          </p15:clr>
        </p15:guide>
        <p15:guide id="51" pos="239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hor" initials="A" lastIdx="0" clrIdx="9"/>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3C00"/>
    <a:srgbClr val="68217A"/>
    <a:srgbClr val="0072C6"/>
    <a:srgbClr val="0088EE"/>
    <a:srgbClr val="2D82FF"/>
    <a:srgbClr val="0042AC"/>
    <a:srgbClr val="00188F"/>
    <a:srgbClr val="DD5900"/>
    <a:srgbClr val="007233"/>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79" autoAdjust="0"/>
    <p:restoredTop sz="94434" autoAdjust="0"/>
  </p:normalViewPr>
  <p:slideViewPr>
    <p:cSldViewPr snapToGrid="0">
      <p:cViewPr varScale="1">
        <p:scale>
          <a:sx n="88" d="100"/>
          <a:sy n="88" d="100"/>
        </p:scale>
        <p:origin x="66" y="84"/>
      </p:cViewPr>
      <p:guideLst>
        <p:guide orient="horz" pos="142"/>
        <p:guide orient="horz" pos="4176"/>
        <p:guide orient="horz" pos="912"/>
        <p:guide orient="horz" pos="1197"/>
        <p:guide orient="horz" pos="1957"/>
        <p:guide orient="horz" pos="2723"/>
        <p:guide orient="horz" pos="2159"/>
        <p:guide orient="horz" pos="3863"/>
        <p:guide orient="horz" pos="3566"/>
        <p:guide pos="128"/>
        <p:guide pos="1767"/>
        <p:guide pos="7554"/>
        <p:guide pos="328"/>
        <p:guide pos="7353"/>
        <p:guide pos="613"/>
        <p:guide pos="7062"/>
        <p:guide pos="3837"/>
        <p:guide pos="2216"/>
        <p:guide pos="3771"/>
        <p:guide orient="horz" pos="672"/>
        <p:guide pos="7548"/>
        <p:guide orient="horz" pos="2775"/>
        <p:guide pos="7549"/>
        <p:guide orient="horz" pos="145"/>
        <p:guide orient="horz" pos="1300"/>
        <p:guide orient="horz" pos="1874"/>
        <p:guide orient="horz" pos="2452"/>
        <p:guide orient="horz" pos="3025"/>
        <p:guide orient="horz" pos="3698"/>
        <p:guide orient="horz" pos="663"/>
        <p:guide pos="98"/>
        <p:guide pos="1824"/>
        <p:guide pos="7506"/>
        <p:guide pos="1248"/>
        <p:guide pos="4708"/>
        <p:guide pos="669"/>
        <p:guide pos="4125"/>
        <p:guide pos="3549"/>
        <p:guide pos="2471"/>
        <p:guide pos="2975"/>
        <p:guide pos="5278"/>
        <p:guide pos="5861"/>
        <p:guide pos="6430"/>
        <p:guide pos="7577"/>
        <p:guide pos="344"/>
        <p:guide orient="horz" pos="3713"/>
        <p:guide orient="horz" pos="1863"/>
        <p:guide orient="horz" pos="651"/>
        <p:guide pos="7008"/>
        <p:guide pos="7584"/>
        <p:guide pos="2396"/>
      </p:guideLst>
    </p:cSldViewPr>
  </p:slideViewPr>
  <p:outlineViewPr>
    <p:cViewPr>
      <p:scale>
        <a:sx n="33" d="100"/>
        <a:sy n="33" d="100"/>
      </p:scale>
      <p:origin x="0" y="0"/>
    </p:cViewPr>
  </p:outlineViewPr>
  <p:notesTextViewPr>
    <p:cViewPr>
      <p:scale>
        <a:sx n="3" d="2"/>
        <a:sy n="3" d="2"/>
      </p:scale>
      <p:origin x="0" y="0"/>
    </p:cViewPr>
  </p:notesTextViewPr>
  <p:sorterViewPr>
    <p:cViewPr>
      <p:scale>
        <a:sx n="110" d="100"/>
        <a:sy n="110" d="100"/>
      </p:scale>
      <p:origin x="0" y="0"/>
    </p:cViewPr>
  </p:sorterViewPr>
  <p:notesViewPr>
    <p:cSldViewPr snapToGrid="0" showGuides="1">
      <p:cViewPr varScale="1">
        <p:scale>
          <a:sx n="67" d="100"/>
          <a:sy n="67" d="100"/>
        </p:scale>
        <p:origin x="249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Microsoft Office365</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2/24/2016</a:t>
            </a:fld>
            <a:endParaRPr lang="en-US" dirty="0"/>
          </a:p>
        </p:txBody>
      </p:sp>
      <p:sp>
        <p:nvSpPr>
          <p:cNvPr id="8" name="Footer Placeholder 7"/>
          <p:cNvSpPr>
            <a:spLocks noGrp="1"/>
          </p:cNvSpPr>
          <p:nvPr>
            <p:ph type="ftr" sz="quarter" idx="2"/>
          </p:nvPr>
        </p:nvSpPr>
        <p:spPr>
          <a:xfrm>
            <a:off x="0" y="8685212"/>
            <a:ext cx="5795010" cy="366191"/>
          </a:xfrm>
          <a:prstGeom prst="rect">
            <a:avLst/>
          </a:prstGeom>
        </p:spPr>
        <p:txBody>
          <a:bodyPr vert="horz" lIns="0" tIns="45720" rIns="91440" bIns="45720" rtlCol="0" anchor="b"/>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2/24/2016</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
        <p:nvSpPr>
          <p:cNvPr id="14"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Microsoft Office365</a:t>
            </a:r>
          </a:p>
        </p:txBody>
      </p:sp>
      <p:sp>
        <p:nvSpPr>
          <p:cNvPr id="15" name="Footer Placeholder 7"/>
          <p:cNvSpPr>
            <a:spLocks noGrp="1"/>
          </p:cNvSpPr>
          <p:nvPr>
            <p:ph type="ftr" sz="quarter" idx="4"/>
          </p:nvPr>
        </p:nvSpPr>
        <p:spPr>
          <a:xfrm>
            <a:off x="0" y="8685212"/>
            <a:ext cx="5795010" cy="366191"/>
          </a:xfrm>
          <a:prstGeom prst="rect">
            <a:avLst/>
          </a:prstGeom>
        </p:spPr>
        <p:txBody>
          <a:bodyPr vert="horz" lIns="0" tIns="45720" rIns="91440" bIns="45720" rtlCol="0" anchor="b"/>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3" rtl="0" eaLnBrk="1" latinLnBrk="0" hangingPunct="1">
      <a:lnSpc>
        <a:spcPct val="90000"/>
      </a:lnSpc>
      <a:spcAft>
        <a:spcPts val="333"/>
      </a:spcAft>
      <a:defRPr sz="900" kern="1200">
        <a:solidFill>
          <a:schemeClr val="tx1"/>
        </a:solidFill>
        <a:latin typeface="Segoe UI Light"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Light"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kern="1200" dirty="0">
                <a:solidFill>
                  <a:schemeClr val="tx1"/>
                </a:solidFill>
                <a:effectLst/>
                <a:latin typeface="Segoe UI" pitchFamily="34" charset="0"/>
                <a:ea typeface="+mn-ea"/>
                <a:cs typeface="+mn-cs"/>
              </a:rPr>
              <a:t>Slide purpose:</a:t>
            </a:r>
            <a:r>
              <a:rPr lang="en-US" sz="1100" kern="1200" dirty="0">
                <a:solidFill>
                  <a:schemeClr val="tx1"/>
                </a:solidFill>
                <a:effectLst/>
                <a:latin typeface="Segoe UI" pitchFamily="34" charset="0"/>
                <a:ea typeface="+mn-ea"/>
                <a:cs typeface="+mn-cs"/>
              </a:rPr>
              <a:t> Use this slide to welcome your guests and to set their expectations for the presentation. </a:t>
            </a:r>
          </a:p>
          <a:p>
            <a:endParaRPr lang="en-US" sz="1100" b="0" i="0" kern="1200" dirty="0">
              <a:solidFill>
                <a:schemeClr val="tx1"/>
              </a:solidFill>
              <a:effectLst/>
              <a:latin typeface="Segoe UI" pitchFamily="34" charset="0"/>
              <a:ea typeface="+mn-ea"/>
              <a:cs typeface="+mn-cs"/>
            </a:endParaRPr>
          </a:p>
          <a:p>
            <a:r>
              <a:rPr lang="en-US" sz="1100" b="1" kern="1200" dirty="0">
                <a:solidFill>
                  <a:schemeClr val="tx1"/>
                </a:solidFill>
                <a:effectLst/>
                <a:latin typeface="Segoe UI" pitchFamily="34" charset="0"/>
                <a:ea typeface="+mn-ea"/>
                <a:cs typeface="+mn-cs"/>
              </a:rPr>
              <a:t>Presentation purpose:</a:t>
            </a:r>
            <a:r>
              <a:rPr lang="en-US" sz="1100" b="1" kern="1200" baseline="0" dirty="0">
                <a:solidFill>
                  <a:schemeClr val="tx1"/>
                </a:solidFill>
                <a:effectLst/>
                <a:latin typeface="Segoe UI" pitchFamily="34" charset="0"/>
                <a:ea typeface="+mn-ea"/>
                <a:cs typeface="+mn-cs"/>
              </a:rPr>
              <a:t> </a:t>
            </a:r>
            <a:r>
              <a:rPr lang="en-US" sz="1100" kern="1200" dirty="0">
                <a:solidFill>
                  <a:schemeClr val="tx1"/>
                </a:solidFill>
                <a:effectLst/>
                <a:latin typeface="Segoe UI" pitchFamily="34" charset="0"/>
                <a:ea typeface="+mn-ea"/>
                <a:cs typeface="+mn-cs"/>
              </a:rPr>
              <a:t>This presentation is designed to help you introduce the new Office 365</a:t>
            </a:r>
            <a:r>
              <a:rPr lang="en-US" sz="1100" kern="1200" baseline="0" dirty="0">
                <a:solidFill>
                  <a:schemeClr val="tx1"/>
                </a:solidFill>
                <a:effectLst/>
                <a:latin typeface="Segoe UI" pitchFamily="34" charset="0"/>
                <a:ea typeface="+mn-ea"/>
                <a:cs typeface="+mn-cs"/>
              </a:rPr>
              <a:t> Business </a:t>
            </a:r>
            <a:r>
              <a:rPr lang="en-US" sz="1100" kern="1200" dirty="0">
                <a:solidFill>
                  <a:schemeClr val="tx1"/>
                </a:solidFill>
                <a:effectLst/>
                <a:latin typeface="Segoe UI" pitchFamily="34" charset="0"/>
                <a:ea typeface="+mn-ea"/>
                <a:cs typeface="+mn-cs"/>
              </a:rPr>
              <a:t>to small </a:t>
            </a:r>
            <a:r>
              <a:rPr lang="en-US" sz="1100" kern="1200" baseline="0" dirty="0">
                <a:solidFill>
                  <a:schemeClr val="tx1"/>
                </a:solidFill>
                <a:effectLst/>
                <a:latin typeface="Segoe UI" pitchFamily="34" charset="0"/>
                <a:ea typeface="+mn-ea"/>
                <a:cs typeface="+mn-cs"/>
              </a:rPr>
              <a:t>businesses (~1-10 users). This is a SKU-specific deck so it starts with business pains, then goes into how Office 365 can solve those pains, and then goes into the new Business SKU.</a:t>
            </a:r>
          </a:p>
        </p:txBody>
      </p:sp>
      <p:sp>
        <p:nvSpPr>
          <p:cNvPr id="4" name="Date Placeholder 3"/>
          <p:cNvSpPr>
            <a:spLocks noGrp="1"/>
          </p:cNvSpPr>
          <p:nvPr>
            <p:ph type="dt" idx="10"/>
          </p:nvPr>
        </p:nvSpPr>
        <p:spPr/>
        <p:txBody>
          <a:bodyPr/>
          <a:lstStyle/>
          <a:p>
            <a:fld id="{2559DD29-F3E5-4EFD-8B4E-23B968D73D48}" type="datetime1">
              <a:rPr lang="en-US" smtClean="0"/>
              <a:t>2/24/2016</a:t>
            </a:fld>
            <a:endParaRPr lang="en-US" dirty="0"/>
          </a:p>
        </p:txBody>
      </p:sp>
      <p:sp>
        <p:nvSpPr>
          <p:cNvPr id="5" name="Slide Number Placeholder 4"/>
          <p:cNvSpPr>
            <a:spLocks noGrp="1"/>
          </p:cNvSpPr>
          <p:nvPr>
            <p:ph type="sldNum" sz="quarter" idx="11"/>
          </p:nvPr>
        </p:nvSpPr>
        <p:spPr/>
        <p:txBody>
          <a:bodyPr/>
          <a:lstStyle/>
          <a:p>
            <a:fld id="{B4008EB6-D09E-4580-8CD6-DDB14511944F}" type="slidenum">
              <a:rPr lang="en-US" smtClean="0"/>
              <a:t>1</a:t>
            </a:fld>
            <a:endParaRPr lang="en-US" dirty="0"/>
          </a:p>
        </p:txBody>
      </p:sp>
      <p:sp>
        <p:nvSpPr>
          <p:cNvPr id="6" name="Header Placeholder 5"/>
          <p:cNvSpPr>
            <a:spLocks noGrp="1"/>
          </p:cNvSpPr>
          <p:nvPr>
            <p:ph type="hdr" sz="quarter" idx="12"/>
          </p:nvPr>
        </p:nvSpPr>
        <p:spPr/>
        <p:txBody>
          <a:bodyPr/>
          <a:lstStyle/>
          <a:p>
            <a:r>
              <a:rPr lang="en-US"/>
              <a:t>Microsoft Office365</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532145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kern="1200" dirty="0">
                <a:solidFill>
                  <a:schemeClr val="tx1"/>
                </a:solidFill>
                <a:effectLst/>
                <a:latin typeface="Segoe UI" pitchFamily="34" charset="0"/>
                <a:ea typeface="+mn-ea"/>
                <a:cs typeface="+mn-cs"/>
              </a:rPr>
              <a:t>Slide purpose:</a:t>
            </a:r>
            <a:r>
              <a:rPr lang="en-US" sz="1100" b="0" kern="1200" baseline="0" dirty="0">
                <a:solidFill>
                  <a:schemeClr val="tx1"/>
                </a:solidFill>
                <a:effectLst/>
                <a:latin typeface="Segoe UI" pitchFamily="34" charset="0"/>
                <a:ea typeface="+mn-ea"/>
                <a:cs typeface="+mn-cs"/>
              </a:rPr>
              <a:t> Introduce Office 365 Business. Explain what is included in the plan. (note: the following slide helps explain the benefits of Office 365, so don’t feel pressured to tell that story on this slide). </a:t>
            </a:r>
          </a:p>
          <a:p>
            <a:endParaRPr lang="en-US" sz="1100" b="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u="sng" kern="1200" dirty="0">
                <a:solidFill>
                  <a:schemeClr val="tx1"/>
                </a:solidFill>
                <a:effectLst/>
                <a:latin typeface="Segoe UI" pitchFamily="34" charset="0"/>
                <a:ea typeface="+mn-ea"/>
                <a:cs typeface="+mn-cs"/>
              </a:rPr>
              <a:t>Talk</a:t>
            </a:r>
            <a:r>
              <a:rPr lang="en-US" sz="1100" b="1" u="sng" kern="1200" baseline="0" dirty="0">
                <a:solidFill>
                  <a:schemeClr val="tx1"/>
                </a:solidFill>
                <a:effectLst/>
                <a:latin typeface="Segoe UI" pitchFamily="34" charset="0"/>
                <a:ea typeface="+mn-ea"/>
                <a:cs typeface="+mn-cs"/>
              </a:rPr>
              <a:t> track</a:t>
            </a: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Office 365 Business is your familiar Office, but improved. It includes: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When we say “familiar office”, first of all, we mean the full, installable Office apps that you know and love – Word, PowerPoint, Excel, Outlook, etc. With Office 365 Business, you get the most up to date desktop Office apps you have always used, along with great new additional features and capabilities.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In addition to desktop apps, you also get </a:t>
            </a:r>
            <a:r>
              <a:rPr lang="en-US" sz="1100" b="1" kern="1200" baseline="0" dirty="0">
                <a:solidFill>
                  <a:schemeClr val="tx1"/>
                </a:solidFill>
                <a:effectLst/>
                <a:latin typeface="Segoe UI" pitchFamily="34" charset="0"/>
                <a:ea typeface="+mn-ea"/>
                <a:cs typeface="+mn-cs"/>
              </a:rPr>
              <a:t>Office apps </a:t>
            </a:r>
            <a:r>
              <a:rPr lang="en-US" sz="1100" kern="1200" baseline="0" dirty="0">
                <a:solidFill>
                  <a:schemeClr val="tx1"/>
                </a:solidFill>
                <a:effectLst/>
                <a:latin typeface="Segoe UI" pitchFamily="34" charset="0"/>
                <a:ea typeface="+mn-ea"/>
                <a:cs typeface="+mn-cs"/>
              </a:rPr>
              <a:t>on your tablet and smartphones for viewing and editing on the go.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And if you forget your laptop at home, or leave it at the Office and need to access or edit your files, you have Office Online which allows you to access, edit, and share your documents by simply logging into you Office Online account from any browser.\</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b="0" kern="1200" baseline="0" dirty="0">
                <a:solidFill>
                  <a:schemeClr val="tx1"/>
                </a:solidFill>
                <a:effectLst/>
                <a:latin typeface="Segoe UI" pitchFamily="34" charset="0"/>
                <a:ea typeface="+mn-ea"/>
                <a:cs typeface="+mn-cs"/>
              </a:rPr>
              <a:t>Lastly, with Office 365 Business you get </a:t>
            </a:r>
            <a:r>
              <a:rPr lang="en-US" sz="1100" b="1" kern="1200" baseline="0" dirty="0">
                <a:solidFill>
                  <a:schemeClr val="tx1"/>
                </a:solidFill>
                <a:effectLst/>
                <a:latin typeface="Segoe UI" pitchFamily="34" charset="0"/>
                <a:ea typeface="+mn-ea"/>
                <a:cs typeface="+mn-cs"/>
              </a:rPr>
              <a:t>1TB of OneDrive for Business online storage </a:t>
            </a:r>
            <a:r>
              <a:rPr lang="en-US" sz="1100" b="0" kern="1200" baseline="0" dirty="0">
                <a:solidFill>
                  <a:schemeClr val="tx1"/>
                </a:solidFill>
                <a:effectLst/>
                <a:latin typeface="Segoe UI" pitchFamily="34" charset="0"/>
                <a:ea typeface="+mn-ea"/>
                <a:cs typeface="+mn-cs"/>
              </a:rPr>
              <a:t>so you can safely and securely save your files online and share them with others.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b="1"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0" kern="1200" baseline="0" dirty="0">
                <a:solidFill>
                  <a:schemeClr val="tx1"/>
                </a:solidFill>
                <a:effectLst/>
                <a:latin typeface="Segoe UI" pitchFamily="34" charset="0"/>
                <a:ea typeface="+mn-ea"/>
                <a:cs typeface="+mn-cs"/>
              </a:rPr>
              <a:t>This plan is easy to set up and manage, with a financially-backed SLA and 24/7 technical phone support for critical issues. </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You may be familiar with Office. Office 365 Business is that same familiar Office with new features. But more importantly, Office 365 Business provides a few great new benefits [click to the next slide].</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kern="1200" baseline="0" dirty="0">
                <a:solidFill>
                  <a:schemeClr val="tx1"/>
                </a:solidFill>
                <a:effectLst/>
                <a:latin typeface="Segoe UI" pitchFamily="34" charset="0"/>
                <a:ea typeface="+mn-ea"/>
                <a:cs typeface="+mn-cs"/>
              </a:rPr>
              <a:t>Note for presenter: </a:t>
            </a:r>
            <a:r>
              <a:rPr lang="en-US" sz="1100" b="0" kern="1200" baseline="0" dirty="0">
                <a:solidFill>
                  <a:schemeClr val="tx1"/>
                </a:solidFill>
                <a:effectLst/>
                <a:latin typeface="Segoe UI" pitchFamily="34" charset="0"/>
                <a:ea typeface="+mn-ea"/>
                <a:cs typeface="+mn-cs"/>
              </a:rPr>
              <a:t>Keep in mind that most people, when they hear “Office 365”, only hear “Office” and think “Word, PowerPoint, Excel”. And when they hear “cloud”, they think “browser based apps” only, thinking this is only a browser-based version of Office, similar to Google Apps. So it’s important to take your time and labor on these 2 points specifically. </a:t>
            </a:r>
            <a:r>
              <a:rPr lang="en-US" sz="1100" kern="1200" dirty="0">
                <a:solidFill>
                  <a:schemeClr val="tx1"/>
                </a:solidFill>
                <a:effectLst/>
                <a:latin typeface="Segoe UI" pitchFamily="34" charset="0"/>
                <a:ea typeface="+mn-ea"/>
                <a:cs typeface="+mn-cs"/>
              </a:rPr>
              <a:t>Transition</a:t>
            </a:r>
            <a:r>
              <a:rPr lang="en-US" sz="1100" kern="1200" baseline="0" dirty="0">
                <a:solidFill>
                  <a:schemeClr val="tx1"/>
                </a:solidFill>
                <a:effectLst/>
                <a:latin typeface="Segoe UI" pitchFamily="34" charset="0"/>
                <a:ea typeface="+mn-ea"/>
                <a:cs typeface="+mn-cs"/>
              </a:rPr>
              <a:t> from previous slide by saying, “We understand what technology you need to help you manage the business challenges you are facing. We are excited that there is a new offering in the market that has been designed specifically for you….”</a:t>
            </a:r>
            <a:endParaRPr lang="en-US" sz="110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p:txBody>
      </p:sp>
      <p:sp>
        <p:nvSpPr>
          <p:cNvPr id="4" name="Date Placeholder 3"/>
          <p:cNvSpPr>
            <a:spLocks noGrp="1"/>
          </p:cNvSpPr>
          <p:nvPr>
            <p:ph type="dt" idx="10"/>
          </p:nvPr>
        </p:nvSpPr>
        <p:spPr/>
        <p:txBody>
          <a:bodyPr/>
          <a:lstStyle/>
          <a:p>
            <a:fld id="{F36DBDBE-3C47-4418-B406-6E25A5E3B513}" type="datetime1">
              <a:rPr lang="en-US" smtClean="0">
                <a:solidFill>
                  <a:prstClr val="black"/>
                </a:solidFill>
              </a:rPr>
              <a:pPr/>
              <a:t>2/24/2016</a:t>
            </a:fld>
            <a:endParaRPr lang="en-US" dirty="0">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dirty="0">
                <a:solidFill>
                  <a:prstClr val="black"/>
                </a:solidFill>
              </a:rPr>
              <a:t>Microsoft Office365</a:t>
            </a:r>
          </a:p>
        </p:txBody>
      </p:sp>
      <p:sp>
        <p:nvSpPr>
          <p:cNvPr id="7" name="Footer Placeholder 6"/>
          <p:cNvSpPr>
            <a:spLocks noGrp="1"/>
          </p:cNvSpPr>
          <p:nvPr>
            <p:ph type="ftr" sz="quarter" idx="13"/>
          </p:nvPr>
        </p:nvSpPr>
        <p:spPr/>
        <p:txBody>
          <a:bodyPr/>
          <a:lstStyle/>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70546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Tx/>
              <a:buNone/>
              <a:tabLst/>
              <a:defRPr/>
            </a:pPr>
            <a:r>
              <a:rPr lang="en-US" sz="900" kern="1200" dirty="0">
                <a:solidFill>
                  <a:schemeClr val="tx1"/>
                </a:solidFill>
                <a:effectLst/>
                <a:latin typeface="Segoe UI Light" pitchFamily="34" charset="0"/>
                <a:ea typeface="+mn-ea"/>
                <a:cs typeface="+mn-cs"/>
              </a:rPr>
              <a:t>Online or off, Office 365 Business allows you to quickly and easily access and edit your documents from anywhere so you can always be connected to your important business information. </a:t>
            </a:r>
            <a:r>
              <a:rPr lang="en-US" baseline="0" dirty="0"/>
              <a:t>Office 365 Business includes the latest version of </a:t>
            </a:r>
            <a:r>
              <a:rPr lang="en-US" u="sng" baseline="0" dirty="0"/>
              <a:t>all</a:t>
            </a:r>
            <a:r>
              <a:rPr lang="en-US" baseline="0" dirty="0"/>
              <a:t> the familiar Office applications – including Word, PowerPoint, Excel, Outlook, and more – for each user to install and use on up to 5 PCs or Macs. </a:t>
            </a:r>
            <a:r>
              <a:rPr lang="en-US" b="1" baseline="0" dirty="0"/>
              <a:t>These fully-featured, rich client Office apps install</a:t>
            </a:r>
            <a:r>
              <a:rPr lang="en-US" baseline="0" dirty="0"/>
              <a:t> and stay on your machines so you can use them online or offline, the same way you have used Office in the past. </a:t>
            </a:r>
          </a:p>
          <a:p>
            <a:pPr marL="0" marR="0" indent="0" algn="l" defTabSz="914363" rtl="0" eaLnBrk="1" fontAlgn="auto" latinLnBrk="0" hangingPunct="1">
              <a:lnSpc>
                <a:spcPct val="90000"/>
              </a:lnSpc>
              <a:spcBef>
                <a:spcPts val="0"/>
              </a:spcBef>
              <a:spcAft>
                <a:spcPts val="333"/>
              </a:spcAft>
              <a:buClrTx/>
              <a:buSzTx/>
              <a:buFontTx/>
              <a:buNone/>
              <a:tabLst/>
              <a:defRPr/>
            </a:pPr>
            <a:br>
              <a:rPr lang="en-US" baseline="0" dirty="0"/>
            </a:br>
            <a:r>
              <a:rPr lang="en-US" baseline="0" dirty="0"/>
              <a:t>But Office 365 Business is not just about the desktop version of Office. </a:t>
            </a:r>
            <a:r>
              <a:rPr lang="en-US" sz="900" kern="1200" dirty="0">
                <a:solidFill>
                  <a:schemeClr val="tx1"/>
                </a:solidFill>
                <a:effectLst/>
                <a:latin typeface="Segoe UI Light" pitchFamily="34" charset="0"/>
                <a:ea typeface="+mn-ea"/>
                <a:cs typeface="+mn-cs"/>
              </a:rPr>
              <a:t>We certainly know that work is happening anywhere on all types of devices, and we have worked</a:t>
            </a:r>
            <a:r>
              <a:rPr lang="en-US" sz="900" kern="1200" baseline="0" dirty="0">
                <a:solidFill>
                  <a:schemeClr val="tx1"/>
                </a:solidFill>
                <a:effectLst/>
                <a:latin typeface="Segoe UI Light" pitchFamily="34" charset="0"/>
                <a:ea typeface="+mn-ea"/>
                <a:cs typeface="+mn-cs"/>
              </a:rPr>
              <a:t> to build Office apps that are optimized for tablets and smartphones </a:t>
            </a:r>
            <a:r>
              <a:rPr lang="en-US" sz="900" kern="1200" dirty="0">
                <a:solidFill>
                  <a:schemeClr val="tx1"/>
                </a:solidFill>
                <a:effectLst/>
                <a:latin typeface="Segoe UI Light" pitchFamily="34" charset="0"/>
                <a:ea typeface="+mn-ea"/>
                <a:cs typeface="+mn-cs"/>
              </a:rPr>
              <a:t>to empower</a:t>
            </a:r>
            <a:r>
              <a:rPr lang="en-US" sz="900" kern="1200" baseline="0" dirty="0">
                <a:solidFill>
                  <a:schemeClr val="tx1"/>
                </a:solidFill>
                <a:effectLst/>
                <a:latin typeface="Segoe UI Light" pitchFamily="34" charset="0"/>
                <a:ea typeface="+mn-ea"/>
                <a:cs typeface="+mn-cs"/>
              </a:rPr>
              <a:t> businesses to have the freedom to work from anywhere, online or offline </a:t>
            </a:r>
            <a:r>
              <a:rPr lang="en-US" sz="900" b="1" kern="1200" baseline="0" dirty="0">
                <a:solidFill>
                  <a:schemeClr val="tx1"/>
                </a:solidFill>
                <a:effectLst/>
                <a:latin typeface="Segoe UI Light" pitchFamily="34" charset="0"/>
                <a:ea typeface="+mn-ea"/>
                <a:cs typeface="+mn-cs"/>
              </a:rPr>
              <a:t>while enjoying a great mobile experience.</a:t>
            </a:r>
            <a:endParaRPr lang="en-US" sz="900" kern="1200" baseline="0" dirty="0">
              <a:solidFill>
                <a:schemeClr val="tx1"/>
              </a:solidFill>
              <a:effectLst/>
              <a:latin typeface="Segoe UI Light"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900" kern="1200" dirty="0">
              <a:solidFill>
                <a:schemeClr val="tx1"/>
              </a:solidFill>
              <a:effectLst/>
              <a:latin typeface="Segoe UI Light"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For a list of all the Office Mobile</a:t>
            </a:r>
            <a:r>
              <a:rPr lang="en-US" sz="900" b="1" kern="1200" baseline="0" dirty="0">
                <a:solidFill>
                  <a:schemeClr val="tx1"/>
                </a:solidFill>
                <a:effectLst/>
                <a:latin typeface="Segoe UI Light" pitchFamily="34" charset="0"/>
                <a:ea typeface="+mn-ea"/>
                <a:cs typeface="+mn-cs"/>
              </a:rPr>
              <a:t> and Office 365 Business applications available on each device, visit: http://office.microsoft.com/en-us/mobile/ </a:t>
            </a:r>
            <a:endParaRPr lang="en-US" sz="900" b="1" kern="1200" dirty="0">
              <a:solidFill>
                <a:schemeClr val="tx1"/>
              </a:solidFill>
              <a:effectLst/>
              <a:latin typeface="Segoe UI Light"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900" kern="1200" dirty="0">
              <a:solidFill>
                <a:schemeClr val="tx1"/>
              </a:solidFill>
              <a:effectLst/>
              <a:latin typeface="Segoe UI Light"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For</a:t>
            </a:r>
            <a:r>
              <a:rPr lang="en-US" sz="900" b="1" kern="1200" baseline="0" dirty="0">
                <a:solidFill>
                  <a:schemeClr val="tx1"/>
                </a:solidFill>
                <a:effectLst/>
                <a:latin typeface="Segoe UI Light" pitchFamily="34" charset="0"/>
                <a:ea typeface="+mn-ea"/>
                <a:cs typeface="+mn-cs"/>
              </a:rPr>
              <a:t> Tablets</a:t>
            </a:r>
            <a:endParaRPr lang="en-US" sz="900" b="1" kern="1200" dirty="0">
              <a:solidFill>
                <a:schemeClr val="tx1"/>
              </a:solidFill>
              <a:effectLst/>
              <a:latin typeface="Segoe UI Light" pitchFamily="34" charset="0"/>
              <a:ea typeface="+mn-ea"/>
              <a:cs typeface="+mn-cs"/>
            </a:endParaRPr>
          </a:p>
          <a:p>
            <a:r>
              <a:rPr lang="en-US" baseline="0" dirty="0"/>
              <a:t>Office app (Word, PowerPoint, Excel, OneNote) are available for iPad. </a:t>
            </a:r>
            <a:r>
              <a:rPr lang="en-US" sz="900" kern="1200" dirty="0">
                <a:solidFill>
                  <a:schemeClr val="tx1"/>
                </a:solidFill>
                <a:effectLst/>
                <a:latin typeface="Segoe UI Light" pitchFamily="34" charset="0"/>
                <a:ea typeface="+mn-ea"/>
                <a:cs typeface="+mn-cs"/>
              </a:rPr>
              <a:t>The apps have the robust capabilities and familiar look and feel that is unmistakably Office, while offering a fantastic touch experience built from the ground up for iPad. When you edit a document on the iPad, you can be sure that you won’t lose any content or formatting. Simply</a:t>
            </a:r>
            <a:r>
              <a:rPr lang="en-US" sz="900" kern="1200" baseline="0" dirty="0">
                <a:solidFill>
                  <a:schemeClr val="tx1"/>
                </a:solidFill>
                <a:effectLst/>
                <a:latin typeface="Segoe UI Light" pitchFamily="34" charset="0"/>
                <a:ea typeface="+mn-ea"/>
                <a:cs typeface="+mn-cs"/>
              </a:rPr>
              <a:t> log in with </a:t>
            </a:r>
            <a:r>
              <a:rPr lang="en-US" sz="900" kern="1200" dirty="0">
                <a:solidFill>
                  <a:schemeClr val="tx1"/>
                </a:solidFill>
                <a:effectLst/>
                <a:latin typeface="Segoe UI Light" pitchFamily="34" charset="0"/>
                <a:ea typeface="+mn-ea"/>
                <a:cs typeface="+mn-cs"/>
              </a:rPr>
              <a:t>a</a:t>
            </a:r>
            <a:r>
              <a:rPr lang="en-US" sz="900" kern="1200" baseline="0" dirty="0">
                <a:solidFill>
                  <a:schemeClr val="tx1"/>
                </a:solidFill>
                <a:effectLst/>
                <a:latin typeface="Segoe UI Light" pitchFamily="34" charset="0"/>
                <a:ea typeface="+mn-ea"/>
                <a:cs typeface="+mn-cs"/>
              </a:rPr>
              <a:t> qualifying </a:t>
            </a:r>
            <a:r>
              <a:rPr lang="en-US" sz="900" kern="1200" dirty="0">
                <a:solidFill>
                  <a:schemeClr val="tx1"/>
                </a:solidFill>
                <a:effectLst/>
                <a:latin typeface="Segoe UI Light" pitchFamily="34" charset="0"/>
                <a:ea typeface="+mn-ea"/>
                <a:cs typeface="+mn-cs"/>
              </a:rPr>
              <a:t>Office 365 Business subscription, you can view, edit and create new documents with the iPad. </a:t>
            </a:r>
            <a:r>
              <a:rPr lang="en-US" baseline="0" dirty="0"/>
              <a:t>iPad users also have access to OneDrive for Business app to access all their files on the go. </a:t>
            </a:r>
            <a:endParaRPr lang="en-US" sz="900" kern="1200" dirty="0">
              <a:solidFill>
                <a:schemeClr val="tx1"/>
              </a:solidFill>
              <a:effectLst/>
              <a:latin typeface="Segoe UI Light" pitchFamily="34" charset="0"/>
              <a:ea typeface="+mn-ea"/>
              <a:cs typeface="+mn-cs"/>
            </a:endParaRPr>
          </a:p>
          <a:p>
            <a:endParaRPr lang="en-US" baseline="0" dirty="0"/>
          </a:p>
          <a:p>
            <a:r>
              <a:rPr lang="en-US" b="1" baseline="0" dirty="0"/>
              <a:t>For Smartphones</a:t>
            </a:r>
          </a:p>
          <a:p>
            <a:r>
              <a:rPr lang="en-US" baseline="0" dirty="0"/>
              <a:t>Windows Phone has always supported Office Mobile, which allows you to open or edit files in Word, PowerPoint, Excel, and take notes in OneNote, view and respond to mail with Outlook. Other apps include OneDrive for Business (built into Office Mobile).</a:t>
            </a:r>
          </a:p>
          <a:p>
            <a:endParaRPr lang="en-US" baseline="0" dirty="0"/>
          </a:p>
          <a:p>
            <a:pPr lvl="0"/>
            <a:r>
              <a:rPr lang="en-US" sz="900" kern="1200" dirty="0">
                <a:solidFill>
                  <a:schemeClr val="tx1"/>
                </a:solidFill>
                <a:effectLst/>
                <a:latin typeface="Segoe UI Light" pitchFamily="34" charset="0"/>
                <a:ea typeface="+mn-ea"/>
                <a:cs typeface="+mn-cs"/>
              </a:rPr>
              <a:t>Office Mobile is also available for iPhone a</a:t>
            </a:r>
            <a:r>
              <a:rPr lang="en-US" sz="900" kern="1200" baseline="0" dirty="0">
                <a:solidFill>
                  <a:schemeClr val="tx1"/>
                </a:solidFill>
                <a:effectLst/>
                <a:latin typeface="Segoe UI Light" pitchFamily="34" charset="0"/>
                <a:ea typeface="+mn-ea"/>
                <a:cs typeface="+mn-cs"/>
              </a:rPr>
              <a:t>nd Android phones </a:t>
            </a:r>
            <a:r>
              <a:rPr lang="en-US" sz="900" kern="1200" dirty="0">
                <a:solidFill>
                  <a:schemeClr val="tx1"/>
                </a:solidFill>
                <a:effectLst/>
                <a:latin typeface="Segoe UI Light" pitchFamily="34" charset="0"/>
                <a:ea typeface="+mn-ea"/>
                <a:cs typeface="+mn-cs"/>
              </a:rPr>
              <a:t>at no additional charge for Office 365 subscribers, along with </a:t>
            </a:r>
            <a:r>
              <a:rPr lang="en-US" sz="900" kern="1200" baseline="0" dirty="0">
                <a:solidFill>
                  <a:schemeClr val="tx1"/>
                </a:solidFill>
                <a:effectLst/>
                <a:latin typeface="Segoe UI Light" pitchFamily="34" charset="0"/>
                <a:ea typeface="+mn-ea"/>
                <a:cs typeface="+mn-cs"/>
              </a:rPr>
              <a:t>OneNote Mobile. </a:t>
            </a:r>
            <a:r>
              <a:rPr lang="en-US" sz="900" kern="1200" dirty="0">
                <a:solidFill>
                  <a:schemeClr val="tx1"/>
                </a:solidFill>
                <a:effectLst/>
                <a:latin typeface="Segoe UI Light" pitchFamily="34" charset="0"/>
                <a:ea typeface="+mn-ea"/>
                <a:cs typeface="+mn-cs"/>
              </a:rPr>
              <a:t>Similar to Office Mobile on Windows Phone, Office Mobile for iPhone and</a:t>
            </a:r>
            <a:r>
              <a:rPr lang="en-US" sz="900" kern="1200" baseline="0" dirty="0">
                <a:solidFill>
                  <a:schemeClr val="tx1"/>
                </a:solidFill>
                <a:effectLst/>
                <a:latin typeface="Segoe UI Light" pitchFamily="34" charset="0"/>
                <a:ea typeface="+mn-ea"/>
                <a:cs typeface="+mn-cs"/>
              </a:rPr>
              <a:t> Android phones </a:t>
            </a:r>
            <a:r>
              <a:rPr lang="en-US" sz="900" kern="1200" dirty="0">
                <a:solidFill>
                  <a:schemeClr val="tx1"/>
                </a:solidFill>
                <a:effectLst/>
                <a:latin typeface="Segoe UI Light" pitchFamily="34" charset="0"/>
                <a:ea typeface="+mn-ea"/>
                <a:cs typeface="+mn-cs"/>
              </a:rPr>
              <a:t>offers great Office content viewing and on-the-go content editing capabilities for Word, Excel and PowerPoint documents. </a:t>
            </a:r>
            <a:endParaRPr lang="en-US" sz="900" kern="1200" baseline="0" dirty="0">
              <a:solidFill>
                <a:schemeClr val="tx1"/>
              </a:solidFill>
              <a:effectLst/>
              <a:latin typeface="Segoe UI Light" pitchFamily="34" charset="0"/>
              <a:ea typeface="+mn-ea"/>
              <a:cs typeface="+mn-cs"/>
            </a:endParaRPr>
          </a:p>
          <a:p>
            <a:pPr lvl="0"/>
            <a:endParaRPr lang="en-US" baseline="0" dirty="0"/>
          </a:p>
          <a:p>
            <a:r>
              <a:rPr lang="en-US" b="0" baseline="0" dirty="0"/>
              <a:t>And of course, with all these devices, you can always log in to your Office 365 Business account from any browser and use Office Online in the browser, as well as check emails and your calendar, see all your contacts and more.</a:t>
            </a:r>
          </a:p>
          <a:p>
            <a:endParaRPr lang="en-US" baseline="0" dirty="0"/>
          </a:p>
        </p:txBody>
      </p:sp>
      <p:sp>
        <p:nvSpPr>
          <p:cNvPr id="4" name="Date Placeholder 3"/>
          <p:cNvSpPr>
            <a:spLocks noGrp="1"/>
          </p:cNvSpPr>
          <p:nvPr>
            <p:ph type="dt" idx="10"/>
          </p:nvPr>
        </p:nvSpPr>
        <p:spPr/>
        <p:txBody>
          <a:bodyPr/>
          <a:lstStyle/>
          <a:p>
            <a:fld id="{FD379558-2243-48F2-BBEF-6B7BCE1B49CD}" type="datetime1">
              <a:rPr lang="en-US" smtClean="0">
                <a:solidFill>
                  <a:prstClr val="black"/>
                </a:solidFill>
              </a:rPr>
              <a:pPr/>
              <a:t>2/24/2016</a:t>
            </a:fld>
            <a:endParaRPr lang="en-US" dirty="0">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dirty="0">
                <a:solidFill>
                  <a:prstClr val="black"/>
                </a:solidFill>
              </a:rPr>
              <a:t>Microsoft Lync</a:t>
            </a:r>
          </a:p>
        </p:txBody>
      </p:sp>
      <p:sp>
        <p:nvSpPr>
          <p:cNvPr id="7" name="Footer Placeholder 6"/>
          <p:cNvSpPr>
            <a:spLocks noGrp="1"/>
          </p:cNvSpPr>
          <p:nvPr>
            <p:ph type="ftr" sz="quarter" idx="13"/>
          </p:nvPr>
        </p:nvSpPr>
        <p:spPr/>
        <p:txBody>
          <a:bodyPr/>
          <a:lstStyle/>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121199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You usually travel with your laptop or tablets. But on the occasion that they ran out of battery, or you accidentally pour coffee over them. Have piece of mind knowing you can still access, edit, and share your important business documents </a:t>
            </a:r>
            <a:r>
              <a:rPr lang="en-US" sz="900" kern="1200" dirty="0">
                <a:solidFill>
                  <a:schemeClr val="tx1"/>
                </a:solidFill>
                <a:effectLst/>
                <a:latin typeface="Segoe UI Light" pitchFamily="34" charset="0"/>
                <a:ea typeface="+mn-ea"/>
                <a:cs typeface="+mn-cs"/>
              </a:rPr>
              <a:t>even when you don’t have access to your own device.</a:t>
            </a:r>
          </a:p>
          <a:p>
            <a:endParaRPr lang="en-US" sz="900" kern="1200" dirty="0">
              <a:solidFill>
                <a:schemeClr val="tx1"/>
              </a:solidFill>
              <a:effectLst/>
              <a:latin typeface="Segoe UI Light" pitchFamily="34" charset="0"/>
              <a:ea typeface="+mn-ea"/>
              <a:cs typeface="+mn-cs"/>
            </a:endParaRPr>
          </a:p>
          <a:p>
            <a:pPr marL="0" marR="0" lvl="0" indent="0" algn="l" defTabSz="914363" rtl="0" eaLnBrk="1" fontAlgn="auto" latinLnBrk="0" hangingPunct="1">
              <a:lnSpc>
                <a:spcPct val="90000"/>
              </a:lnSpc>
              <a:spcBef>
                <a:spcPts val="0"/>
              </a:spcBef>
              <a:spcAft>
                <a:spcPts val="333"/>
              </a:spcAft>
              <a:buClrTx/>
              <a:buSzTx/>
              <a:buFontTx/>
              <a:buNone/>
              <a:tabLst/>
              <a:defRPr/>
            </a:pPr>
            <a:r>
              <a:rPr lang="en-US" sz="900" kern="1200" dirty="0">
                <a:solidFill>
                  <a:schemeClr val="tx1"/>
                </a:solidFill>
                <a:effectLst/>
                <a:latin typeface="Segoe UI Light" pitchFamily="34" charset="0"/>
                <a:ea typeface="+mn-ea"/>
                <a:cs typeface="+mn-cs"/>
              </a:rPr>
              <a:t>By simply logging into your Office account online, you can access and edit the most up to date version of your files from any browser without losing formatting. Office</a:t>
            </a:r>
            <a:r>
              <a:rPr lang="en-US" sz="900" kern="1200" baseline="0" dirty="0">
                <a:solidFill>
                  <a:schemeClr val="tx1"/>
                </a:solidFill>
                <a:effectLst/>
                <a:latin typeface="Segoe UI Light" pitchFamily="34" charset="0"/>
                <a:ea typeface="+mn-ea"/>
                <a:cs typeface="+mn-cs"/>
              </a:rPr>
              <a:t> Online allows you to access, edit, and share all the </a:t>
            </a:r>
            <a:r>
              <a:rPr lang="en-US" baseline="0" dirty="0"/>
              <a:t>documents you stored online, including a list of recent documents and real-time updates so you can stay current when collaborating with others, and the Outlook Web App. And when you click on any of the documents, you’ll be able to open and make edits to the documents right in the browser using Office Online.</a:t>
            </a:r>
          </a:p>
          <a:p>
            <a:endParaRPr lang="en-US" baseline="0" dirty="0"/>
          </a:p>
          <a:p>
            <a:r>
              <a:rPr lang="en-US" baseline="0" dirty="0"/>
              <a:t>Office Online is now improved to provide you with a great experience in your web browser so you can create new documents or edit using your favorite browser. </a:t>
            </a:r>
          </a:p>
          <a:p>
            <a:endParaRPr lang="en-US" baseline="0" dirty="0"/>
          </a:p>
          <a:p>
            <a:r>
              <a:rPr lang="en-US" baseline="0" dirty="0"/>
              <a:t>With the new and improved Office Online, you get more of the same ribbon experience that you are familiar with in the rich application. And more options will be added as we continue to improve in the upcoming releases. </a:t>
            </a:r>
          </a:p>
        </p:txBody>
      </p:sp>
      <p:sp>
        <p:nvSpPr>
          <p:cNvPr id="4" name="Date Placeholder 3"/>
          <p:cNvSpPr>
            <a:spLocks noGrp="1"/>
          </p:cNvSpPr>
          <p:nvPr>
            <p:ph type="dt" idx="10"/>
          </p:nvPr>
        </p:nvSpPr>
        <p:spPr/>
        <p:txBody>
          <a:bodyPr/>
          <a:lstStyle/>
          <a:p>
            <a:fld id="{3DAE3A79-732E-493A-909A-761B194ED834}" type="datetime1">
              <a:rPr lang="en-US" smtClean="0">
                <a:solidFill>
                  <a:prstClr val="black"/>
                </a:solidFill>
              </a:rPr>
              <a:pPr/>
              <a:t>2/24/2016</a:t>
            </a:fld>
            <a:endParaRPr lang="en-US" dirty="0">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4</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dirty="0">
                <a:solidFill>
                  <a:prstClr val="black"/>
                </a:solidFill>
              </a:rPr>
              <a:t>Microsoft Lync</a:t>
            </a:r>
          </a:p>
        </p:txBody>
      </p:sp>
      <p:sp>
        <p:nvSpPr>
          <p:cNvPr id="7" name="Footer Placeholder 6"/>
          <p:cNvSpPr>
            <a:spLocks noGrp="1"/>
          </p:cNvSpPr>
          <p:nvPr>
            <p:ph type="ftr" sz="quarter" idx="13"/>
          </p:nvPr>
        </p:nvSpPr>
        <p:spPr/>
        <p:txBody>
          <a:bodyPr/>
          <a:lstStyle/>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905443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kern="1200" dirty="0">
                <a:solidFill>
                  <a:schemeClr val="tx1"/>
                </a:solidFill>
                <a:effectLst/>
                <a:latin typeface="Segoe UI Light" pitchFamily="34" charset="0"/>
                <a:ea typeface="+mn-ea"/>
                <a:cs typeface="+mn-cs"/>
              </a:rPr>
              <a:t>­­Office 365 Business gives you the freedom to be productive wherever, whenever, using the familiar Office apps. With the ability to easily access, edit, and share your files from any device, you can get work done in the office and on the go, online or off. </a:t>
            </a:r>
          </a:p>
          <a:p>
            <a:endParaRPr lang="en-US" sz="900" kern="1200" dirty="0">
              <a:solidFill>
                <a:schemeClr val="tx1"/>
              </a:solidFill>
              <a:effectLst/>
              <a:latin typeface="Segoe UI Light"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900" kern="1200" spc="-50" baseline="0" dirty="0">
                <a:solidFill>
                  <a:schemeClr val="bg1"/>
                </a:solidFill>
                <a:latin typeface="Segoe UI Light" pitchFamily="34" charset="0"/>
                <a:ea typeface="Segoe UI" pitchFamily="34" charset="0"/>
                <a:cs typeface="Segoe UI" pitchFamily="34" charset="0"/>
              </a:rPr>
              <a:t>Let’s see how Office 365 Business can give you anywhere and anytime access to your familiar Office so you can keep your business running at all times…</a:t>
            </a:r>
          </a:p>
          <a:p>
            <a:endParaRPr lang="en-US" dirty="0"/>
          </a:p>
        </p:txBody>
      </p:sp>
      <p:sp>
        <p:nvSpPr>
          <p:cNvPr id="4" name="Date Placeholder 3"/>
          <p:cNvSpPr>
            <a:spLocks noGrp="1"/>
          </p:cNvSpPr>
          <p:nvPr>
            <p:ph type="dt" idx="10"/>
          </p:nvPr>
        </p:nvSpPr>
        <p:spPr/>
        <p:txBody>
          <a:bodyPr/>
          <a:lstStyle/>
          <a:p>
            <a:fld id="{14597BD5-B71A-44AE-8CEC-FD14CF6046E2}" type="datetime1">
              <a:rPr lang="en-US" smtClean="0"/>
              <a:t>2/24/2016</a:t>
            </a:fld>
            <a:endParaRPr lang="en-US" dirty="0"/>
          </a:p>
        </p:txBody>
      </p:sp>
      <p:sp>
        <p:nvSpPr>
          <p:cNvPr id="5" name="Slide Number Placeholder 4"/>
          <p:cNvSpPr>
            <a:spLocks noGrp="1"/>
          </p:cNvSpPr>
          <p:nvPr>
            <p:ph type="sldNum" sz="quarter" idx="11"/>
          </p:nvPr>
        </p:nvSpPr>
        <p:spPr/>
        <p:txBody>
          <a:bodyPr/>
          <a:lstStyle/>
          <a:p>
            <a:fld id="{B4008EB6-D09E-4580-8CD6-DDB14511944F}" type="slidenum">
              <a:rPr lang="en-US" smtClean="0"/>
              <a:t>5</a:t>
            </a:fld>
            <a:endParaRPr lang="en-US" dirty="0"/>
          </a:p>
        </p:txBody>
      </p:sp>
      <p:sp>
        <p:nvSpPr>
          <p:cNvPr id="6" name="Header Placeholder 5"/>
          <p:cNvSpPr>
            <a:spLocks noGrp="1"/>
          </p:cNvSpPr>
          <p:nvPr>
            <p:ph type="hdr" sz="quarter" idx="12"/>
          </p:nvPr>
        </p:nvSpPr>
        <p:spPr/>
        <p:txBody>
          <a:bodyPr/>
          <a:lstStyle/>
          <a:p>
            <a:r>
              <a:rPr lang="en-US"/>
              <a:t>Microsoft Office365</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653322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kern="1200" dirty="0">
                <a:solidFill>
                  <a:schemeClr val="tx1"/>
                </a:solidFill>
                <a:effectLst/>
                <a:latin typeface="Segoe UI" pitchFamily="34" charset="0"/>
                <a:ea typeface="+mn-ea"/>
                <a:cs typeface="+mn-cs"/>
              </a:rPr>
              <a:t>Slide purpose:</a:t>
            </a:r>
            <a:r>
              <a:rPr lang="en-US" sz="1100" b="0" kern="1200" baseline="0" dirty="0">
                <a:solidFill>
                  <a:schemeClr val="tx1"/>
                </a:solidFill>
                <a:effectLst/>
                <a:latin typeface="Segoe UI" pitchFamily="34" charset="0"/>
                <a:ea typeface="+mn-ea"/>
                <a:cs typeface="+mn-cs"/>
              </a:rPr>
              <a:t> Introduce Office 365 Business. Explain what is included in the plan. (note: the following slide helps explain the benefits of Office 365, so don’t feel pressured to tell that story on this slide). </a:t>
            </a:r>
          </a:p>
          <a:p>
            <a:endParaRPr lang="en-US" sz="1100" b="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u="sng" kern="1200" dirty="0">
                <a:solidFill>
                  <a:schemeClr val="tx1"/>
                </a:solidFill>
                <a:effectLst/>
                <a:latin typeface="Segoe UI" pitchFamily="34" charset="0"/>
                <a:ea typeface="+mn-ea"/>
                <a:cs typeface="+mn-cs"/>
              </a:rPr>
              <a:t>Talk</a:t>
            </a:r>
            <a:r>
              <a:rPr lang="en-US" sz="1100" b="1" u="sng" kern="1200" baseline="0" dirty="0">
                <a:solidFill>
                  <a:schemeClr val="tx1"/>
                </a:solidFill>
                <a:effectLst/>
                <a:latin typeface="Segoe UI" pitchFamily="34" charset="0"/>
                <a:ea typeface="+mn-ea"/>
                <a:cs typeface="+mn-cs"/>
              </a:rPr>
              <a:t> track</a:t>
            </a: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Office 365 Business is your familiar Office, but improved. It includes: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When we say “familiar office”, first of all, we mean the full, installable Office apps that you know and love – Word, PowerPoint, Excel, Outlook, etc. With Office 365 Business, you get the most up to date desktop Office apps you have always used, along with great new additional features and capabilities.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In addition to desktop apps, you also get </a:t>
            </a:r>
            <a:r>
              <a:rPr lang="en-US" sz="1100" b="1" kern="1200" baseline="0" dirty="0">
                <a:solidFill>
                  <a:schemeClr val="tx1"/>
                </a:solidFill>
                <a:effectLst/>
                <a:latin typeface="Segoe UI" pitchFamily="34" charset="0"/>
                <a:ea typeface="+mn-ea"/>
                <a:cs typeface="+mn-cs"/>
              </a:rPr>
              <a:t>Office apps </a:t>
            </a:r>
            <a:r>
              <a:rPr lang="en-US" sz="1100" kern="1200" baseline="0" dirty="0">
                <a:solidFill>
                  <a:schemeClr val="tx1"/>
                </a:solidFill>
                <a:effectLst/>
                <a:latin typeface="Segoe UI" pitchFamily="34" charset="0"/>
                <a:ea typeface="+mn-ea"/>
                <a:cs typeface="+mn-cs"/>
              </a:rPr>
              <a:t>on your tablet and smartphones for viewing and editing on the go.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And if you forget your laptop at home, or leave it at the Office and need to access or edit your files, you have Office Online which allows you to access, edit, and share your documents by simply logging into you Office Online account from any browser.\</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b="0" kern="1200" baseline="0" dirty="0">
                <a:solidFill>
                  <a:schemeClr val="tx1"/>
                </a:solidFill>
                <a:effectLst/>
                <a:latin typeface="Segoe UI" pitchFamily="34" charset="0"/>
                <a:ea typeface="+mn-ea"/>
                <a:cs typeface="+mn-cs"/>
              </a:rPr>
              <a:t>Lastly, with Office 365 Business you get </a:t>
            </a:r>
            <a:r>
              <a:rPr lang="en-US" sz="1100" b="1" kern="1200" baseline="0" dirty="0">
                <a:solidFill>
                  <a:schemeClr val="tx1"/>
                </a:solidFill>
                <a:effectLst/>
                <a:latin typeface="Segoe UI" pitchFamily="34" charset="0"/>
                <a:ea typeface="+mn-ea"/>
                <a:cs typeface="+mn-cs"/>
              </a:rPr>
              <a:t>1TB of OneDrive for Business online storage </a:t>
            </a:r>
            <a:r>
              <a:rPr lang="en-US" sz="1100" b="0" kern="1200" baseline="0" dirty="0">
                <a:solidFill>
                  <a:schemeClr val="tx1"/>
                </a:solidFill>
                <a:effectLst/>
                <a:latin typeface="Segoe UI" pitchFamily="34" charset="0"/>
                <a:ea typeface="+mn-ea"/>
                <a:cs typeface="+mn-cs"/>
              </a:rPr>
              <a:t>so you can safely and securely save your files online and share them with others.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b="1"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0" kern="1200" baseline="0" dirty="0">
                <a:solidFill>
                  <a:schemeClr val="tx1"/>
                </a:solidFill>
                <a:effectLst/>
                <a:latin typeface="Segoe UI" pitchFamily="34" charset="0"/>
                <a:ea typeface="+mn-ea"/>
                <a:cs typeface="+mn-cs"/>
              </a:rPr>
              <a:t>This plan is easy to set up and manage, with a financially-backed SLA and 24/7 technical phone support for critical issues. </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You may be familiar with Office. Office 365 Business is that same familiar Office with new features. But more importantly, Office 365 Business provides a few great new benefits [click to the next slide].</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kern="1200" baseline="0" dirty="0">
                <a:solidFill>
                  <a:schemeClr val="tx1"/>
                </a:solidFill>
                <a:effectLst/>
                <a:latin typeface="Segoe UI" pitchFamily="34" charset="0"/>
                <a:ea typeface="+mn-ea"/>
                <a:cs typeface="+mn-cs"/>
              </a:rPr>
              <a:t>Note for presenter: </a:t>
            </a:r>
            <a:r>
              <a:rPr lang="en-US" sz="1100" b="0" kern="1200" baseline="0" dirty="0">
                <a:solidFill>
                  <a:schemeClr val="tx1"/>
                </a:solidFill>
                <a:effectLst/>
                <a:latin typeface="Segoe UI" pitchFamily="34" charset="0"/>
                <a:ea typeface="+mn-ea"/>
                <a:cs typeface="+mn-cs"/>
              </a:rPr>
              <a:t>Keep in mind that most people, when they hear “Office 365”, only hear “Office” and think “Word, PowerPoint, Excel”. And when they hear “cloud”, they think “browser based apps” only, thinking this is only a browser-based version of Office, similar to Google Apps. So it’s important to take your time and labor on these 2 points specifically. </a:t>
            </a:r>
            <a:r>
              <a:rPr lang="en-US" sz="1100" kern="1200" dirty="0">
                <a:solidFill>
                  <a:schemeClr val="tx1"/>
                </a:solidFill>
                <a:effectLst/>
                <a:latin typeface="Segoe UI" pitchFamily="34" charset="0"/>
                <a:ea typeface="+mn-ea"/>
                <a:cs typeface="+mn-cs"/>
              </a:rPr>
              <a:t>Transition</a:t>
            </a:r>
            <a:r>
              <a:rPr lang="en-US" sz="1100" kern="1200" baseline="0" dirty="0">
                <a:solidFill>
                  <a:schemeClr val="tx1"/>
                </a:solidFill>
                <a:effectLst/>
                <a:latin typeface="Segoe UI" pitchFamily="34" charset="0"/>
                <a:ea typeface="+mn-ea"/>
                <a:cs typeface="+mn-cs"/>
              </a:rPr>
              <a:t> from previous slide by saying, “We understand what technology you need to help you manage the business challenges you are facing. We are excited that there is a new offering in the market that has been designed specifically for you….”</a:t>
            </a:r>
            <a:endParaRPr lang="en-US" sz="110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p:txBody>
      </p:sp>
      <p:sp>
        <p:nvSpPr>
          <p:cNvPr id="4" name="Date Placeholder 3"/>
          <p:cNvSpPr>
            <a:spLocks noGrp="1"/>
          </p:cNvSpPr>
          <p:nvPr>
            <p:ph type="dt" idx="10"/>
          </p:nvPr>
        </p:nvSpPr>
        <p:spPr/>
        <p:txBody>
          <a:bodyPr/>
          <a:lstStyle/>
          <a:p>
            <a:fld id="{F36DBDBE-3C47-4418-B406-6E25A5E3B513}" type="datetime1">
              <a:rPr lang="en-US" smtClean="0">
                <a:solidFill>
                  <a:prstClr val="black"/>
                </a:solidFill>
              </a:rPr>
              <a:pPr/>
              <a:t>2/24/2016</a:t>
            </a:fld>
            <a:endParaRPr lang="en-US" dirty="0">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6</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dirty="0">
                <a:solidFill>
                  <a:prstClr val="black"/>
                </a:solidFill>
              </a:rPr>
              <a:t>Microsoft Office365</a:t>
            </a:r>
          </a:p>
        </p:txBody>
      </p:sp>
      <p:sp>
        <p:nvSpPr>
          <p:cNvPr id="7" name="Footer Placeholder 6"/>
          <p:cNvSpPr>
            <a:spLocks noGrp="1"/>
          </p:cNvSpPr>
          <p:nvPr>
            <p:ph type="ftr" sz="quarter" idx="13"/>
          </p:nvPr>
        </p:nvSpPr>
        <p:spPr/>
        <p:txBody>
          <a:bodyPr/>
          <a:lstStyle/>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915794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kern="1200" dirty="0">
                <a:solidFill>
                  <a:schemeClr val="tx1"/>
                </a:solidFill>
                <a:effectLst/>
                <a:latin typeface="Segoe UI" pitchFamily="34" charset="0"/>
                <a:ea typeface="+mn-ea"/>
                <a:cs typeface="+mn-cs"/>
              </a:rPr>
              <a:t>Slide purpose:</a:t>
            </a:r>
            <a:r>
              <a:rPr lang="en-US" sz="1100" b="0" kern="1200" baseline="0" dirty="0">
                <a:solidFill>
                  <a:schemeClr val="tx1"/>
                </a:solidFill>
                <a:effectLst/>
                <a:latin typeface="Segoe UI" pitchFamily="34" charset="0"/>
                <a:ea typeface="+mn-ea"/>
                <a:cs typeface="+mn-cs"/>
              </a:rPr>
              <a:t> Introduce Office 365 Business. Explain what is included in the plan. (note: the following slide helps explain the benefits of Office 365, so don’t feel pressured to tell that story on this slide). </a:t>
            </a:r>
          </a:p>
          <a:p>
            <a:endParaRPr lang="en-US" sz="1100" b="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u="sng" kern="1200" dirty="0">
                <a:solidFill>
                  <a:schemeClr val="tx1"/>
                </a:solidFill>
                <a:effectLst/>
                <a:latin typeface="Segoe UI" pitchFamily="34" charset="0"/>
                <a:ea typeface="+mn-ea"/>
                <a:cs typeface="+mn-cs"/>
              </a:rPr>
              <a:t>Talk</a:t>
            </a:r>
            <a:r>
              <a:rPr lang="en-US" sz="1100" b="1" u="sng" kern="1200" baseline="0" dirty="0">
                <a:solidFill>
                  <a:schemeClr val="tx1"/>
                </a:solidFill>
                <a:effectLst/>
                <a:latin typeface="Segoe UI" pitchFamily="34" charset="0"/>
                <a:ea typeface="+mn-ea"/>
                <a:cs typeface="+mn-cs"/>
              </a:rPr>
              <a:t> track</a:t>
            </a: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Office 365 Business is your familiar Office, but improved. It includes: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When we say “familiar office”, first of all, we mean the full, installable Office apps that you know and love – Word, PowerPoint, Excel, Outlook, etc. With Office 365 Business, you get the most up to date desktop Office apps you have always used, along with great new additional features and capabilities.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In addition to desktop apps, you also get </a:t>
            </a:r>
            <a:r>
              <a:rPr lang="en-US" sz="1100" b="1" kern="1200" baseline="0" dirty="0">
                <a:solidFill>
                  <a:schemeClr val="tx1"/>
                </a:solidFill>
                <a:effectLst/>
                <a:latin typeface="Segoe UI" pitchFamily="34" charset="0"/>
                <a:ea typeface="+mn-ea"/>
                <a:cs typeface="+mn-cs"/>
              </a:rPr>
              <a:t>Office apps </a:t>
            </a:r>
            <a:r>
              <a:rPr lang="en-US" sz="1100" kern="1200" baseline="0" dirty="0">
                <a:solidFill>
                  <a:schemeClr val="tx1"/>
                </a:solidFill>
                <a:effectLst/>
                <a:latin typeface="Segoe UI" pitchFamily="34" charset="0"/>
                <a:ea typeface="+mn-ea"/>
                <a:cs typeface="+mn-cs"/>
              </a:rPr>
              <a:t>on your tablet and smartphones for viewing and editing on the go.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And if you forget your laptop at home, or leave it at the Office and need to access or edit your files, you have Office Online which allows you to access, edit, and share your documents by simply logging into you Office Online account from any browser.\</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b="0" kern="1200" baseline="0" dirty="0">
                <a:solidFill>
                  <a:schemeClr val="tx1"/>
                </a:solidFill>
                <a:effectLst/>
                <a:latin typeface="Segoe UI" pitchFamily="34" charset="0"/>
                <a:ea typeface="+mn-ea"/>
                <a:cs typeface="+mn-cs"/>
              </a:rPr>
              <a:t>Lastly, with Office 365 Business you get </a:t>
            </a:r>
            <a:r>
              <a:rPr lang="en-US" sz="1100" b="1" kern="1200" baseline="0" dirty="0">
                <a:solidFill>
                  <a:schemeClr val="tx1"/>
                </a:solidFill>
                <a:effectLst/>
                <a:latin typeface="Segoe UI" pitchFamily="34" charset="0"/>
                <a:ea typeface="+mn-ea"/>
                <a:cs typeface="+mn-cs"/>
              </a:rPr>
              <a:t>1TB of OneDrive for Business online storage </a:t>
            </a:r>
            <a:r>
              <a:rPr lang="en-US" sz="1100" b="0" kern="1200" baseline="0" dirty="0">
                <a:solidFill>
                  <a:schemeClr val="tx1"/>
                </a:solidFill>
                <a:effectLst/>
                <a:latin typeface="Segoe UI" pitchFamily="34" charset="0"/>
                <a:ea typeface="+mn-ea"/>
                <a:cs typeface="+mn-cs"/>
              </a:rPr>
              <a:t>so you can safely and securely save your files online and share them with others.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b="1"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0" kern="1200" baseline="0" dirty="0">
                <a:solidFill>
                  <a:schemeClr val="tx1"/>
                </a:solidFill>
                <a:effectLst/>
                <a:latin typeface="Segoe UI" pitchFamily="34" charset="0"/>
                <a:ea typeface="+mn-ea"/>
                <a:cs typeface="+mn-cs"/>
              </a:rPr>
              <a:t>This plan is easy to set up and manage, with a financially-backed SLA and 24/7 technical phone support for critical issues. </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You may be familiar with Office. Office 365 Business is that same familiar Office with new features. But more importantly, Office 365 Business provides a few great new benefits [click to the next slide].</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kern="1200" baseline="0" dirty="0">
                <a:solidFill>
                  <a:schemeClr val="tx1"/>
                </a:solidFill>
                <a:effectLst/>
                <a:latin typeface="Segoe UI" pitchFamily="34" charset="0"/>
                <a:ea typeface="+mn-ea"/>
                <a:cs typeface="+mn-cs"/>
              </a:rPr>
              <a:t>Note for presenter: </a:t>
            </a:r>
            <a:r>
              <a:rPr lang="en-US" sz="1100" b="0" kern="1200" baseline="0" dirty="0">
                <a:solidFill>
                  <a:schemeClr val="tx1"/>
                </a:solidFill>
                <a:effectLst/>
                <a:latin typeface="Segoe UI" pitchFamily="34" charset="0"/>
                <a:ea typeface="+mn-ea"/>
                <a:cs typeface="+mn-cs"/>
              </a:rPr>
              <a:t>Keep in mind that most people, when they hear “Office 365”, only hear “Office” and think “Word, PowerPoint, Excel”. And when they hear “cloud”, they think “browser based apps” only, thinking this is only a browser-based version of Office, similar to Google Apps. So it’s important to take your time and labor on these 2 points specifically. </a:t>
            </a:r>
            <a:r>
              <a:rPr lang="en-US" sz="1100" kern="1200" dirty="0">
                <a:solidFill>
                  <a:schemeClr val="tx1"/>
                </a:solidFill>
                <a:effectLst/>
                <a:latin typeface="Segoe UI" pitchFamily="34" charset="0"/>
                <a:ea typeface="+mn-ea"/>
                <a:cs typeface="+mn-cs"/>
              </a:rPr>
              <a:t>Transition</a:t>
            </a:r>
            <a:r>
              <a:rPr lang="en-US" sz="1100" kern="1200" baseline="0" dirty="0">
                <a:solidFill>
                  <a:schemeClr val="tx1"/>
                </a:solidFill>
                <a:effectLst/>
                <a:latin typeface="Segoe UI" pitchFamily="34" charset="0"/>
                <a:ea typeface="+mn-ea"/>
                <a:cs typeface="+mn-cs"/>
              </a:rPr>
              <a:t> from previous slide by saying, “We understand what technology you need to help you manage the business challenges you are facing. We are excited that there is a new offering in the market that has been designed specifically for you….”</a:t>
            </a:r>
            <a:endParaRPr lang="en-US" sz="110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p:txBody>
      </p:sp>
      <p:sp>
        <p:nvSpPr>
          <p:cNvPr id="4" name="Date Placeholder 3"/>
          <p:cNvSpPr>
            <a:spLocks noGrp="1"/>
          </p:cNvSpPr>
          <p:nvPr>
            <p:ph type="dt" idx="10"/>
          </p:nvPr>
        </p:nvSpPr>
        <p:spPr/>
        <p:txBody>
          <a:bodyPr/>
          <a:lstStyle/>
          <a:p>
            <a:fld id="{F36DBDBE-3C47-4418-B406-6E25A5E3B513}" type="datetime1">
              <a:rPr lang="en-US" smtClean="0">
                <a:solidFill>
                  <a:prstClr val="black"/>
                </a:solidFill>
              </a:rPr>
              <a:pPr/>
              <a:t>2/24/2016</a:t>
            </a:fld>
            <a:endParaRPr lang="en-US" dirty="0">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7</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dirty="0">
                <a:solidFill>
                  <a:prstClr val="black"/>
                </a:solidFill>
              </a:rPr>
              <a:t>Microsoft Office365</a:t>
            </a:r>
          </a:p>
        </p:txBody>
      </p:sp>
      <p:sp>
        <p:nvSpPr>
          <p:cNvPr id="7" name="Footer Placeholder 6"/>
          <p:cNvSpPr>
            <a:spLocks noGrp="1"/>
          </p:cNvSpPr>
          <p:nvPr>
            <p:ph type="ftr" sz="quarter" idx="13"/>
          </p:nvPr>
        </p:nvSpPr>
        <p:spPr/>
        <p:txBody>
          <a:bodyPr/>
          <a:lstStyle/>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324359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kern="1200" dirty="0">
                <a:solidFill>
                  <a:schemeClr val="tx1"/>
                </a:solidFill>
                <a:effectLst/>
                <a:latin typeface="Segoe UI" pitchFamily="34" charset="0"/>
                <a:ea typeface="+mn-ea"/>
                <a:cs typeface="+mn-cs"/>
              </a:rPr>
              <a:t>Slide purpose:</a:t>
            </a:r>
            <a:r>
              <a:rPr lang="en-US" sz="1100" b="0" kern="1200" baseline="0" dirty="0">
                <a:solidFill>
                  <a:schemeClr val="tx1"/>
                </a:solidFill>
                <a:effectLst/>
                <a:latin typeface="Segoe UI" pitchFamily="34" charset="0"/>
                <a:ea typeface="+mn-ea"/>
                <a:cs typeface="+mn-cs"/>
              </a:rPr>
              <a:t> Introduce Office 365 Business. Explain what is included in the plan. (note: the following slide helps explain the benefits of Office 365, so don’t feel pressured to tell that story on this slide). </a:t>
            </a:r>
          </a:p>
          <a:p>
            <a:endParaRPr lang="en-US" sz="1100" b="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u="sng" kern="1200" dirty="0">
                <a:solidFill>
                  <a:schemeClr val="tx1"/>
                </a:solidFill>
                <a:effectLst/>
                <a:latin typeface="Segoe UI" pitchFamily="34" charset="0"/>
                <a:ea typeface="+mn-ea"/>
                <a:cs typeface="+mn-cs"/>
              </a:rPr>
              <a:t>Talk</a:t>
            </a:r>
            <a:r>
              <a:rPr lang="en-US" sz="1100" b="1" u="sng" kern="1200" baseline="0" dirty="0">
                <a:solidFill>
                  <a:schemeClr val="tx1"/>
                </a:solidFill>
                <a:effectLst/>
                <a:latin typeface="Segoe UI" pitchFamily="34" charset="0"/>
                <a:ea typeface="+mn-ea"/>
                <a:cs typeface="+mn-cs"/>
              </a:rPr>
              <a:t> track</a:t>
            </a: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Office 365 Business is your familiar Office, but improved. It includes: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When we say “familiar office”, first of all, we mean the full, installable Office apps that you know and love – Word, PowerPoint, Excel, Outlook, etc. With Office 365 Business, you get the most up to date desktop Office apps you have always used, along with great new additional features and capabilities.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In addition to desktop apps, you also get </a:t>
            </a:r>
            <a:r>
              <a:rPr lang="en-US" sz="1100" b="1" kern="1200" baseline="0" dirty="0">
                <a:solidFill>
                  <a:schemeClr val="tx1"/>
                </a:solidFill>
                <a:effectLst/>
                <a:latin typeface="Segoe UI" pitchFamily="34" charset="0"/>
                <a:ea typeface="+mn-ea"/>
                <a:cs typeface="+mn-cs"/>
              </a:rPr>
              <a:t>Office apps </a:t>
            </a:r>
            <a:r>
              <a:rPr lang="en-US" sz="1100" kern="1200" baseline="0" dirty="0">
                <a:solidFill>
                  <a:schemeClr val="tx1"/>
                </a:solidFill>
                <a:effectLst/>
                <a:latin typeface="Segoe UI" pitchFamily="34" charset="0"/>
                <a:ea typeface="+mn-ea"/>
                <a:cs typeface="+mn-cs"/>
              </a:rPr>
              <a:t>on your tablet and smartphones for viewing and editing on the go. </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kern="1200" baseline="0" dirty="0">
                <a:solidFill>
                  <a:schemeClr val="tx1"/>
                </a:solidFill>
                <a:effectLst/>
                <a:latin typeface="Segoe UI" pitchFamily="34" charset="0"/>
                <a:ea typeface="+mn-ea"/>
                <a:cs typeface="+mn-cs"/>
              </a:rPr>
              <a:t>And if you forget your laptop at home, or leave it at the Office and need to access or edit your files, you have Office Online which allows you to access, edit, and share your documents by simply logging into you Office Online account from any browser.\</a:t>
            </a:r>
          </a:p>
          <a:p>
            <a:pPr marL="228600" marR="0" indent="-228600" algn="l" defTabSz="914363" rtl="0" eaLnBrk="1" fontAlgn="auto" latinLnBrk="0" hangingPunct="1">
              <a:lnSpc>
                <a:spcPct val="90000"/>
              </a:lnSpc>
              <a:spcBef>
                <a:spcPts val="0"/>
              </a:spcBef>
              <a:spcAft>
                <a:spcPts val="333"/>
              </a:spcAft>
              <a:buClrTx/>
              <a:buSzTx/>
              <a:buFontTx/>
              <a:buAutoNum type="arabicParenR"/>
              <a:tabLst/>
              <a:defRPr/>
            </a:pPr>
            <a:r>
              <a:rPr lang="en-US" sz="1100" b="0" kern="1200" baseline="0" dirty="0">
                <a:solidFill>
                  <a:schemeClr val="tx1"/>
                </a:solidFill>
                <a:effectLst/>
                <a:latin typeface="Segoe UI" pitchFamily="34" charset="0"/>
                <a:ea typeface="+mn-ea"/>
                <a:cs typeface="+mn-cs"/>
              </a:rPr>
              <a:t>Lastly, with Office 365 Business you get </a:t>
            </a:r>
            <a:r>
              <a:rPr lang="en-US" sz="1100" b="1" kern="1200" baseline="0" dirty="0">
                <a:solidFill>
                  <a:schemeClr val="tx1"/>
                </a:solidFill>
                <a:effectLst/>
                <a:latin typeface="Segoe UI" pitchFamily="34" charset="0"/>
                <a:ea typeface="+mn-ea"/>
                <a:cs typeface="+mn-cs"/>
              </a:rPr>
              <a:t>1TB of OneDrive for Business online storage </a:t>
            </a:r>
            <a:r>
              <a:rPr lang="en-US" sz="1100" b="0" kern="1200" baseline="0" dirty="0">
                <a:solidFill>
                  <a:schemeClr val="tx1"/>
                </a:solidFill>
                <a:effectLst/>
                <a:latin typeface="Segoe UI" pitchFamily="34" charset="0"/>
                <a:ea typeface="+mn-ea"/>
                <a:cs typeface="+mn-cs"/>
              </a:rPr>
              <a:t>so you can safely and securely save your files online and share them with others.</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b="1"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0" kern="1200" baseline="0" dirty="0">
                <a:solidFill>
                  <a:schemeClr val="tx1"/>
                </a:solidFill>
                <a:effectLst/>
                <a:latin typeface="Segoe UI" pitchFamily="34" charset="0"/>
                <a:ea typeface="+mn-ea"/>
                <a:cs typeface="+mn-cs"/>
              </a:rPr>
              <a:t>This plan is easy to set up and manage, with a financially-backed SLA and 24/7 technical phone support for critical issues. </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kern="1200" baseline="0" dirty="0">
                <a:solidFill>
                  <a:schemeClr val="tx1"/>
                </a:solidFill>
                <a:effectLst/>
                <a:latin typeface="Segoe UI" pitchFamily="34" charset="0"/>
                <a:ea typeface="+mn-ea"/>
                <a:cs typeface="+mn-cs"/>
              </a:rPr>
              <a:t>You may be familiar with Office. Office 365 Business is that same familiar Office with new features. But more importantly, Office 365 Business provides a few great new benefits [click to the next slide].</a:t>
            </a: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r>
              <a:rPr lang="en-US" sz="1100" b="1" kern="1200" baseline="0" dirty="0">
                <a:solidFill>
                  <a:schemeClr val="tx1"/>
                </a:solidFill>
                <a:effectLst/>
                <a:latin typeface="Segoe UI" pitchFamily="34" charset="0"/>
                <a:ea typeface="+mn-ea"/>
                <a:cs typeface="+mn-cs"/>
              </a:rPr>
              <a:t>Note for presenter: </a:t>
            </a:r>
            <a:r>
              <a:rPr lang="en-US" sz="1100" b="0" kern="1200" baseline="0" dirty="0">
                <a:solidFill>
                  <a:schemeClr val="tx1"/>
                </a:solidFill>
                <a:effectLst/>
                <a:latin typeface="Segoe UI" pitchFamily="34" charset="0"/>
                <a:ea typeface="+mn-ea"/>
                <a:cs typeface="+mn-cs"/>
              </a:rPr>
              <a:t>Keep in mind that most people, when they hear “Office 365”, only hear “Office” and think “Word, PowerPoint, Excel”. And when they hear “cloud”, they think “browser based apps” only, thinking this is only a browser-based version of Office, similar to Google Apps. So it’s important to take your time and labor on these 2 points specifically. </a:t>
            </a:r>
            <a:r>
              <a:rPr lang="en-US" sz="1100" kern="1200" dirty="0">
                <a:solidFill>
                  <a:schemeClr val="tx1"/>
                </a:solidFill>
                <a:effectLst/>
                <a:latin typeface="Segoe UI" pitchFamily="34" charset="0"/>
                <a:ea typeface="+mn-ea"/>
                <a:cs typeface="+mn-cs"/>
              </a:rPr>
              <a:t>Transition</a:t>
            </a:r>
            <a:r>
              <a:rPr lang="en-US" sz="1100" kern="1200" baseline="0" dirty="0">
                <a:solidFill>
                  <a:schemeClr val="tx1"/>
                </a:solidFill>
                <a:effectLst/>
                <a:latin typeface="Segoe UI" pitchFamily="34" charset="0"/>
                <a:ea typeface="+mn-ea"/>
                <a:cs typeface="+mn-cs"/>
              </a:rPr>
              <a:t> from previous slide by saying, “We understand what technology you need to help you manage the business challenges you are facing. We are excited that there is a new offering in the market that has been designed specifically for you….”</a:t>
            </a:r>
            <a:endParaRPr lang="en-US" sz="1100" kern="1200" dirty="0">
              <a:solidFill>
                <a:schemeClr val="tx1"/>
              </a:solidFill>
              <a:effectLst/>
              <a:latin typeface="Segoe UI" pitchFamily="34" charset="0"/>
              <a:ea typeface="+mn-ea"/>
              <a:cs typeface="+mn-cs"/>
            </a:endParaRPr>
          </a:p>
          <a:p>
            <a:pPr marL="0" marR="0" indent="0" algn="l" defTabSz="914363" rtl="0" eaLnBrk="1" fontAlgn="auto" latinLnBrk="0" hangingPunct="1">
              <a:lnSpc>
                <a:spcPct val="90000"/>
              </a:lnSpc>
              <a:spcBef>
                <a:spcPts val="0"/>
              </a:spcBef>
              <a:spcAft>
                <a:spcPts val="333"/>
              </a:spcAft>
              <a:buClrTx/>
              <a:buSzTx/>
              <a:buFontTx/>
              <a:buNone/>
              <a:tabLst/>
              <a:defRPr/>
            </a:pPr>
            <a:endParaRPr lang="en-US" sz="1100" kern="1200" baseline="0" dirty="0">
              <a:solidFill>
                <a:schemeClr val="tx1"/>
              </a:solidFill>
              <a:effectLst/>
              <a:latin typeface="Segoe UI" pitchFamily="34" charset="0"/>
              <a:ea typeface="+mn-ea"/>
              <a:cs typeface="+mn-cs"/>
            </a:endParaRPr>
          </a:p>
        </p:txBody>
      </p:sp>
      <p:sp>
        <p:nvSpPr>
          <p:cNvPr id="4" name="Date Placeholder 3"/>
          <p:cNvSpPr>
            <a:spLocks noGrp="1"/>
          </p:cNvSpPr>
          <p:nvPr>
            <p:ph type="dt" idx="10"/>
          </p:nvPr>
        </p:nvSpPr>
        <p:spPr/>
        <p:txBody>
          <a:bodyPr/>
          <a:lstStyle/>
          <a:p>
            <a:fld id="{F36DBDBE-3C47-4418-B406-6E25A5E3B513}" type="datetime1">
              <a:rPr lang="en-US" smtClean="0">
                <a:solidFill>
                  <a:prstClr val="black"/>
                </a:solidFill>
              </a:rPr>
              <a:pPr/>
              <a:t>2/24/2016</a:t>
            </a:fld>
            <a:endParaRPr lang="en-US" dirty="0">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8</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dirty="0">
                <a:solidFill>
                  <a:prstClr val="black"/>
                </a:solidFill>
              </a:rPr>
              <a:t>Microsoft Office365</a:t>
            </a:r>
          </a:p>
        </p:txBody>
      </p:sp>
      <p:sp>
        <p:nvSpPr>
          <p:cNvPr id="7" name="Footer Placeholder 6"/>
          <p:cNvSpPr>
            <a:spLocks noGrp="1"/>
          </p:cNvSpPr>
          <p:nvPr>
            <p:ph type="ftr" sz="quarter" idx="13"/>
          </p:nvPr>
        </p:nvSpPr>
        <p:spPr/>
        <p:txBody>
          <a:bodyPr/>
          <a:lstStyle/>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3996050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694" y="2109542"/>
            <a:ext cx="10237787" cy="997196"/>
          </a:xfrm>
        </p:spPr>
        <p:txBody>
          <a:bodyPr anchor="b" anchorCtr="0"/>
          <a:lstStyle>
            <a:lvl1pPr>
              <a:defRPr sz="7182" spc="-150"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78694" y="3425825"/>
            <a:ext cx="10237787"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a:t>Speaker Title</a:t>
            </a:r>
          </a:p>
        </p:txBody>
      </p:sp>
      <p:pic>
        <p:nvPicPr>
          <p:cNvPr id="6" name="Picture 5"/>
          <p:cNvPicPr>
            <a:picLocks noChangeAspect="1"/>
          </p:cNvPicPr>
          <p:nvPr userDrawn="1"/>
        </p:nvPicPr>
        <p:blipFill>
          <a:blip r:embed="rId2"/>
          <a:stretch>
            <a:fillRect/>
          </a:stretch>
        </p:blipFill>
        <p:spPr>
          <a:xfrm>
            <a:off x="9833518" y="5883313"/>
            <a:ext cx="1930320" cy="763197"/>
          </a:xfrm>
          <a:prstGeom prst="rect">
            <a:avLst/>
          </a:prstGeom>
        </p:spPr>
      </p:pic>
    </p:spTree>
    <p:extLst>
      <p:ext uri="{BB962C8B-B14F-4D97-AF65-F5344CB8AC3E}">
        <p14:creationId xmlns:p14="http://schemas.microsoft.com/office/powerpoint/2010/main" val="37320993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113" y="2819606"/>
            <a:ext cx="11149013" cy="1218795"/>
          </a:xfrm>
        </p:spPr>
        <p:txBody>
          <a:bodyPr anchor="b" anchorCtr="0"/>
          <a:lstStyle>
            <a:lvl1pPr>
              <a:defRPr sz="8778" spc="-299" baseline="0">
                <a:gradFill>
                  <a:gsLst>
                    <a:gs pos="100000">
                      <a:schemeClr val="bg1"/>
                    </a:gs>
                    <a:gs pos="0">
                      <a:schemeClr val="bg1"/>
                    </a:gs>
                  </a:gsLst>
                  <a:lin ang="5400000" scaled="0"/>
                </a:gradFill>
              </a:defRPr>
            </a:lvl1pPr>
          </a:lstStyle>
          <a:p>
            <a:r>
              <a:rPr lang="en-US" dirty="0"/>
              <a:t>Click to edit title style</a:t>
            </a:r>
          </a:p>
        </p:txBody>
      </p:sp>
      <p:pic>
        <p:nvPicPr>
          <p:cNvPr id="5" name="Picture 4"/>
          <p:cNvPicPr>
            <a:picLocks noChangeAspect="1"/>
          </p:cNvPicPr>
          <p:nvPr userDrawn="1"/>
        </p:nvPicPr>
        <p:blipFill>
          <a:blip r:embed="rId2"/>
          <a:stretch>
            <a:fillRect/>
          </a:stretch>
        </p:blipFill>
        <p:spPr>
          <a:xfrm>
            <a:off x="10795674" y="6255100"/>
            <a:ext cx="1269536" cy="501941"/>
          </a:xfrm>
          <a:prstGeom prst="rect">
            <a:avLst/>
          </a:prstGeom>
        </p:spPr>
      </p:pic>
    </p:spTree>
    <p:extLst>
      <p:ext uri="{BB962C8B-B14F-4D97-AF65-F5344CB8AC3E}">
        <p14:creationId xmlns:p14="http://schemas.microsoft.com/office/powerpoint/2010/main" val="374745100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lor Block Header&amp; Subtext">
    <p:spTree>
      <p:nvGrpSpPr>
        <p:cNvPr id="1" name=""/>
        <p:cNvGrpSpPr/>
        <p:nvPr/>
      </p:nvGrpSpPr>
      <p:grpSpPr>
        <a:xfrm>
          <a:off x="0" y="0"/>
          <a:ext cx="0" cy="0"/>
          <a:chOff x="0" y="0"/>
          <a:chExt cx="0" cy="0"/>
        </a:xfrm>
      </p:grpSpPr>
      <p:sp>
        <p:nvSpPr>
          <p:cNvPr id="2" name="Rectangle 1"/>
          <p:cNvSpPr/>
          <p:nvPr/>
        </p:nvSpPr>
        <p:spPr bwMode="white">
          <a:xfrm>
            <a:off x="-9524" y="-14514"/>
            <a:ext cx="4733923" cy="696141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12075" y="-74571"/>
            <a:ext cx="4030896" cy="1816287"/>
          </a:xfrm>
          <a:prstGeom prst="rect">
            <a:avLst/>
          </a:prstGeom>
        </p:spPr>
        <p:txBody>
          <a:bodyPr anchor="b" anchorCtr="0">
            <a:noAutofit/>
          </a:bodyPr>
          <a:lstStyle>
            <a:lvl1pPr marL="0" indent="0">
              <a:lnSpc>
                <a:spcPts val="3800"/>
              </a:lnSpc>
              <a:spcBef>
                <a:spcPts val="0"/>
              </a:spcBef>
              <a:buNone/>
              <a:defRPr sz="3600" b="0"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7" name="Text Placeholder 6"/>
          <p:cNvSpPr>
            <a:spLocks noGrp="1"/>
          </p:cNvSpPr>
          <p:nvPr>
            <p:ph type="body" sz="quarter" idx="10"/>
          </p:nvPr>
        </p:nvSpPr>
        <p:spPr>
          <a:xfrm>
            <a:off x="532922" y="2394855"/>
            <a:ext cx="3589135" cy="4336143"/>
          </a:xfrm>
        </p:spPr>
        <p:txBody>
          <a:bodyPr/>
          <a:lstStyle>
            <a:lvl1pPr marL="0" indent="0">
              <a:lnSpc>
                <a:spcPts val="2200"/>
              </a:lnSpc>
              <a:spcBef>
                <a:spcPts val="0"/>
              </a:spcBef>
              <a:spcAft>
                <a:spcPts val="1200"/>
              </a:spcAft>
              <a:buNone/>
              <a:defRPr sz="2100" spc="0" baseline="0">
                <a:solidFill>
                  <a:schemeClr val="bg1"/>
                </a:solidFill>
                <a:latin typeface="+mj-lt"/>
              </a:defRPr>
            </a:lvl1pPr>
            <a:lvl2pPr marL="0" indent="0">
              <a:lnSpc>
                <a:spcPts val="2200"/>
              </a:lnSpc>
              <a:spcBef>
                <a:spcPts val="0"/>
              </a:spcBef>
              <a:spcAft>
                <a:spcPts val="1200"/>
              </a:spcAft>
              <a:buNone/>
              <a:defRPr sz="2100" spc="0" baseline="0">
                <a:solidFill>
                  <a:schemeClr val="bg1"/>
                </a:solidFill>
                <a:latin typeface="+mj-lt"/>
              </a:defRPr>
            </a:lvl2pPr>
            <a:lvl3pPr marL="0" indent="0">
              <a:lnSpc>
                <a:spcPts val="2200"/>
              </a:lnSpc>
              <a:spcBef>
                <a:spcPts val="0"/>
              </a:spcBef>
              <a:spcAft>
                <a:spcPts val="1200"/>
              </a:spcAft>
              <a:buNone/>
              <a:defRPr sz="2100" spc="0" baseline="0">
                <a:solidFill>
                  <a:schemeClr val="bg1"/>
                </a:solidFill>
                <a:latin typeface="+mj-lt"/>
              </a:defRPr>
            </a:lvl3pPr>
            <a:lvl4pPr marL="0" indent="0">
              <a:lnSpc>
                <a:spcPts val="2200"/>
              </a:lnSpc>
              <a:spcBef>
                <a:spcPts val="0"/>
              </a:spcBef>
              <a:spcAft>
                <a:spcPts val="1200"/>
              </a:spcAft>
              <a:buNone/>
              <a:defRPr sz="2100" spc="0" baseline="0">
                <a:solidFill>
                  <a:schemeClr val="bg1"/>
                </a:solidFill>
                <a:latin typeface="+mj-lt"/>
              </a:defRPr>
            </a:lvl4pPr>
            <a:lvl5pPr marL="0" indent="0">
              <a:lnSpc>
                <a:spcPts val="2200"/>
              </a:lnSpc>
              <a:spcBef>
                <a:spcPts val="0"/>
              </a:spcBef>
              <a:spcAft>
                <a:spcPts val="1200"/>
              </a:spcAft>
              <a:buNone/>
              <a:defRPr sz="2100" spc="0" baseline="0">
                <a:solidFill>
                  <a:schemeClr val="bg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2937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lor Block Header&amp; Subtext">
    <p:spTree>
      <p:nvGrpSpPr>
        <p:cNvPr id="1" name=""/>
        <p:cNvGrpSpPr/>
        <p:nvPr/>
      </p:nvGrpSpPr>
      <p:grpSpPr>
        <a:xfrm>
          <a:off x="0" y="0"/>
          <a:ext cx="0" cy="0"/>
          <a:chOff x="0" y="0"/>
          <a:chExt cx="0" cy="0"/>
        </a:xfrm>
      </p:grpSpPr>
      <p:sp>
        <p:nvSpPr>
          <p:cNvPr id="2" name="Rectangle 1"/>
          <p:cNvSpPr/>
          <p:nvPr/>
        </p:nvSpPr>
        <p:spPr bwMode="white">
          <a:xfrm>
            <a:off x="-9524" y="-14514"/>
            <a:ext cx="4746623" cy="6961414"/>
          </a:xfrm>
          <a:prstGeom prst="rect">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12075" y="-74571"/>
            <a:ext cx="4030896" cy="1816287"/>
          </a:xfrm>
          <a:prstGeom prst="rect">
            <a:avLst/>
          </a:prstGeom>
        </p:spPr>
        <p:txBody>
          <a:bodyPr anchor="b" anchorCtr="0">
            <a:noAutofit/>
          </a:bodyPr>
          <a:lstStyle>
            <a:lvl1pPr marL="0" indent="0">
              <a:lnSpc>
                <a:spcPts val="3800"/>
              </a:lnSpc>
              <a:spcBef>
                <a:spcPts val="0"/>
              </a:spcBef>
              <a:buNone/>
              <a:defRPr sz="3600" b="0"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7" name="Text Placeholder 6"/>
          <p:cNvSpPr>
            <a:spLocks noGrp="1"/>
          </p:cNvSpPr>
          <p:nvPr>
            <p:ph type="body" sz="quarter" idx="10"/>
          </p:nvPr>
        </p:nvSpPr>
        <p:spPr>
          <a:xfrm>
            <a:off x="532922" y="2394855"/>
            <a:ext cx="3589135" cy="4336143"/>
          </a:xfrm>
        </p:spPr>
        <p:txBody>
          <a:bodyPr/>
          <a:lstStyle>
            <a:lvl1pPr marL="0" indent="0">
              <a:lnSpc>
                <a:spcPts val="2200"/>
              </a:lnSpc>
              <a:spcBef>
                <a:spcPts val="0"/>
              </a:spcBef>
              <a:spcAft>
                <a:spcPts val="1200"/>
              </a:spcAft>
              <a:buNone/>
              <a:defRPr sz="2100" spc="0" baseline="0">
                <a:solidFill>
                  <a:schemeClr val="bg1"/>
                </a:solidFill>
                <a:latin typeface="+mj-lt"/>
              </a:defRPr>
            </a:lvl1pPr>
            <a:lvl2pPr marL="0" indent="0">
              <a:lnSpc>
                <a:spcPts val="2200"/>
              </a:lnSpc>
              <a:spcBef>
                <a:spcPts val="0"/>
              </a:spcBef>
              <a:spcAft>
                <a:spcPts val="1200"/>
              </a:spcAft>
              <a:buNone/>
              <a:defRPr sz="2100" spc="0" baseline="0">
                <a:solidFill>
                  <a:schemeClr val="bg1"/>
                </a:solidFill>
                <a:latin typeface="+mj-lt"/>
              </a:defRPr>
            </a:lvl2pPr>
            <a:lvl3pPr marL="0" indent="0">
              <a:lnSpc>
                <a:spcPts val="2200"/>
              </a:lnSpc>
              <a:spcBef>
                <a:spcPts val="0"/>
              </a:spcBef>
              <a:spcAft>
                <a:spcPts val="1200"/>
              </a:spcAft>
              <a:buNone/>
              <a:defRPr sz="2100" spc="0" baseline="0">
                <a:solidFill>
                  <a:schemeClr val="bg1"/>
                </a:solidFill>
                <a:latin typeface="+mj-lt"/>
              </a:defRPr>
            </a:lvl3pPr>
            <a:lvl4pPr marL="0" indent="0">
              <a:lnSpc>
                <a:spcPts val="2200"/>
              </a:lnSpc>
              <a:spcBef>
                <a:spcPts val="0"/>
              </a:spcBef>
              <a:spcAft>
                <a:spcPts val="1200"/>
              </a:spcAft>
              <a:buNone/>
              <a:defRPr sz="2100" spc="0" baseline="0">
                <a:solidFill>
                  <a:schemeClr val="bg1"/>
                </a:solidFill>
                <a:latin typeface="+mj-lt"/>
              </a:defRPr>
            </a:lvl4pPr>
            <a:lvl5pPr marL="0" indent="0">
              <a:lnSpc>
                <a:spcPts val="2200"/>
              </a:lnSpc>
              <a:spcBef>
                <a:spcPts val="0"/>
              </a:spcBef>
              <a:spcAft>
                <a:spcPts val="1200"/>
              </a:spcAft>
              <a:buNone/>
              <a:defRPr sz="2100" spc="0" baseline="0">
                <a:solidFill>
                  <a:schemeClr val="bg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75114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lor Block Header&amp; Subtext">
    <p:spTree>
      <p:nvGrpSpPr>
        <p:cNvPr id="1" name=""/>
        <p:cNvGrpSpPr/>
        <p:nvPr/>
      </p:nvGrpSpPr>
      <p:grpSpPr>
        <a:xfrm>
          <a:off x="0" y="0"/>
          <a:ext cx="0" cy="0"/>
          <a:chOff x="0" y="0"/>
          <a:chExt cx="0" cy="0"/>
        </a:xfrm>
      </p:grpSpPr>
      <p:sp>
        <p:nvSpPr>
          <p:cNvPr id="2" name="Rectangle 1"/>
          <p:cNvSpPr/>
          <p:nvPr/>
        </p:nvSpPr>
        <p:spPr bwMode="white">
          <a:xfrm>
            <a:off x="-9524" y="-14514"/>
            <a:ext cx="4746623" cy="6974114"/>
          </a:xfrm>
          <a:prstGeom prst="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12075" y="-74571"/>
            <a:ext cx="4030896" cy="1816287"/>
          </a:xfrm>
          <a:prstGeom prst="rect">
            <a:avLst/>
          </a:prstGeom>
        </p:spPr>
        <p:txBody>
          <a:bodyPr anchor="b" anchorCtr="0">
            <a:noAutofit/>
          </a:bodyPr>
          <a:lstStyle>
            <a:lvl1pPr marL="0" indent="0">
              <a:lnSpc>
                <a:spcPts val="3800"/>
              </a:lnSpc>
              <a:spcBef>
                <a:spcPts val="0"/>
              </a:spcBef>
              <a:buNone/>
              <a:defRPr sz="3600" b="0"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7" name="Text Placeholder 6"/>
          <p:cNvSpPr>
            <a:spLocks noGrp="1"/>
          </p:cNvSpPr>
          <p:nvPr>
            <p:ph type="body" sz="quarter" idx="10"/>
          </p:nvPr>
        </p:nvSpPr>
        <p:spPr>
          <a:xfrm>
            <a:off x="532922" y="2394855"/>
            <a:ext cx="3589135" cy="4336143"/>
          </a:xfrm>
        </p:spPr>
        <p:txBody>
          <a:bodyPr/>
          <a:lstStyle>
            <a:lvl1pPr marL="0" indent="0">
              <a:lnSpc>
                <a:spcPts val="2200"/>
              </a:lnSpc>
              <a:spcBef>
                <a:spcPts val="0"/>
              </a:spcBef>
              <a:spcAft>
                <a:spcPts val="1200"/>
              </a:spcAft>
              <a:buNone/>
              <a:defRPr sz="2100" spc="0" baseline="0">
                <a:solidFill>
                  <a:schemeClr val="bg1"/>
                </a:solidFill>
                <a:latin typeface="+mj-lt"/>
              </a:defRPr>
            </a:lvl1pPr>
            <a:lvl2pPr marL="0" indent="0">
              <a:lnSpc>
                <a:spcPts val="2200"/>
              </a:lnSpc>
              <a:spcBef>
                <a:spcPts val="0"/>
              </a:spcBef>
              <a:spcAft>
                <a:spcPts val="1200"/>
              </a:spcAft>
              <a:buNone/>
              <a:defRPr sz="2100" spc="0" baseline="0">
                <a:solidFill>
                  <a:schemeClr val="bg1"/>
                </a:solidFill>
                <a:latin typeface="+mj-lt"/>
              </a:defRPr>
            </a:lvl2pPr>
            <a:lvl3pPr marL="0" indent="0">
              <a:lnSpc>
                <a:spcPts val="2200"/>
              </a:lnSpc>
              <a:spcBef>
                <a:spcPts val="0"/>
              </a:spcBef>
              <a:spcAft>
                <a:spcPts val="1200"/>
              </a:spcAft>
              <a:buNone/>
              <a:defRPr sz="2100" spc="0" baseline="0">
                <a:solidFill>
                  <a:schemeClr val="bg1"/>
                </a:solidFill>
                <a:latin typeface="+mj-lt"/>
              </a:defRPr>
            </a:lvl3pPr>
            <a:lvl4pPr marL="0" indent="0">
              <a:lnSpc>
                <a:spcPts val="2200"/>
              </a:lnSpc>
              <a:spcBef>
                <a:spcPts val="0"/>
              </a:spcBef>
              <a:spcAft>
                <a:spcPts val="1200"/>
              </a:spcAft>
              <a:buNone/>
              <a:defRPr sz="2100" spc="0" baseline="0">
                <a:solidFill>
                  <a:schemeClr val="bg1"/>
                </a:solidFill>
                <a:latin typeface="+mj-lt"/>
              </a:defRPr>
            </a:lvl4pPr>
            <a:lvl5pPr marL="0" indent="0">
              <a:lnSpc>
                <a:spcPts val="2200"/>
              </a:lnSpc>
              <a:spcBef>
                <a:spcPts val="0"/>
              </a:spcBef>
              <a:spcAft>
                <a:spcPts val="1200"/>
              </a:spcAft>
              <a:buNone/>
              <a:defRPr sz="2100" spc="0" baseline="0">
                <a:solidFill>
                  <a:schemeClr val="bg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4809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olor Block Header&amp; Subtext">
    <p:spTree>
      <p:nvGrpSpPr>
        <p:cNvPr id="1" name=""/>
        <p:cNvGrpSpPr/>
        <p:nvPr/>
      </p:nvGrpSpPr>
      <p:grpSpPr>
        <a:xfrm>
          <a:off x="0" y="0"/>
          <a:ext cx="0" cy="0"/>
          <a:chOff x="0" y="0"/>
          <a:chExt cx="0" cy="0"/>
        </a:xfrm>
      </p:grpSpPr>
      <p:sp>
        <p:nvSpPr>
          <p:cNvPr id="2" name="Rectangle 1"/>
          <p:cNvSpPr/>
          <p:nvPr/>
        </p:nvSpPr>
        <p:spPr bwMode="white">
          <a:xfrm>
            <a:off x="-9523" y="-14514"/>
            <a:ext cx="4712152" cy="6974114"/>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12075" y="-74571"/>
            <a:ext cx="4030896" cy="1816287"/>
          </a:xfrm>
          <a:prstGeom prst="rect">
            <a:avLst/>
          </a:prstGeom>
        </p:spPr>
        <p:txBody>
          <a:bodyPr anchor="b" anchorCtr="0">
            <a:noAutofit/>
          </a:bodyPr>
          <a:lstStyle>
            <a:lvl1pPr marL="0" indent="0">
              <a:lnSpc>
                <a:spcPts val="3800"/>
              </a:lnSpc>
              <a:spcBef>
                <a:spcPts val="0"/>
              </a:spcBef>
              <a:buNone/>
              <a:defRPr sz="3600" b="0"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7" name="Text Placeholder 6"/>
          <p:cNvSpPr>
            <a:spLocks noGrp="1"/>
          </p:cNvSpPr>
          <p:nvPr>
            <p:ph type="body" sz="quarter" idx="10"/>
          </p:nvPr>
        </p:nvSpPr>
        <p:spPr>
          <a:xfrm>
            <a:off x="532922" y="2394855"/>
            <a:ext cx="3589135" cy="4336143"/>
          </a:xfrm>
        </p:spPr>
        <p:txBody>
          <a:bodyPr/>
          <a:lstStyle>
            <a:lvl1pPr marL="0" indent="0">
              <a:lnSpc>
                <a:spcPts val="2200"/>
              </a:lnSpc>
              <a:spcBef>
                <a:spcPts val="0"/>
              </a:spcBef>
              <a:spcAft>
                <a:spcPts val="1200"/>
              </a:spcAft>
              <a:buNone/>
              <a:defRPr sz="2100" spc="0" baseline="0">
                <a:solidFill>
                  <a:schemeClr val="bg1"/>
                </a:solidFill>
                <a:latin typeface="+mj-lt"/>
              </a:defRPr>
            </a:lvl1pPr>
            <a:lvl2pPr marL="0" indent="0">
              <a:lnSpc>
                <a:spcPts val="2200"/>
              </a:lnSpc>
              <a:spcBef>
                <a:spcPts val="0"/>
              </a:spcBef>
              <a:spcAft>
                <a:spcPts val="1200"/>
              </a:spcAft>
              <a:buNone/>
              <a:defRPr sz="2100" spc="0" baseline="0">
                <a:solidFill>
                  <a:schemeClr val="bg1"/>
                </a:solidFill>
                <a:latin typeface="+mj-lt"/>
              </a:defRPr>
            </a:lvl2pPr>
            <a:lvl3pPr marL="0" indent="0">
              <a:lnSpc>
                <a:spcPts val="2200"/>
              </a:lnSpc>
              <a:spcBef>
                <a:spcPts val="0"/>
              </a:spcBef>
              <a:spcAft>
                <a:spcPts val="1200"/>
              </a:spcAft>
              <a:buNone/>
              <a:defRPr sz="2100" spc="0" baseline="0">
                <a:solidFill>
                  <a:schemeClr val="bg1"/>
                </a:solidFill>
                <a:latin typeface="+mj-lt"/>
              </a:defRPr>
            </a:lvl3pPr>
            <a:lvl4pPr marL="0" indent="0">
              <a:lnSpc>
                <a:spcPts val="2200"/>
              </a:lnSpc>
              <a:spcBef>
                <a:spcPts val="0"/>
              </a:spcBef>
              <a:spcAft>
                <a:spcPts val="1200"/>
              </a:spcAft>
              <a:buNone/>
              <a:defRPr sz="2100" spc="0" baseline="0">
                <a:solidFill>
                  <a:schemeClr val="bg1"/>
                </a:solidFill>
                <a:latin typeface="+mj-lt"/>
              </a:defRPr>
            </a:lvl4pPr>
            <a:lvl5pPr marL="0" indent="0">
              <a:lnSpc>
                <a:spcPts val="2200"/>
              </a:lnSpc>
              <a:spcBef>
                <a:spcPts val="0"/>
              </a:spcBef>
              <a:spcAft>
                <a:spcPts val="1200"/>
              </a:spcAft>
              <a:buNone/>
              <a:defRPr sz="2100" spc="0" baseline="0">
                <a:solidFill>
                  <a:schemeClr val="bg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96843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241" y="5292983"/>
            <a:ext cx="11149013" cy="1218795"/>
          </a:xfrm>
        </p:spPr>
        <p:txBody>
          <a:bodyPr anchor="b" anchorCtr="0"/>
          <a:lstStyle>
            <a:lvl1pPr>
              <a:defRPr sz="7200" spc="-299" baseline="0">
                <a:gradFill>
                  <a:gsLst>
                    <a:gs pos="100000">
                      <a:schemeClr val="bg1"/>
                    </a:gs>
                    <a:gs pos="0">
                      <a:schemeClr val="bg1"/>
                    </a:gs>
                  </a:gsLst>
                  <a:lin ang="5400000" scaled="0"/>
                </a:gradFill>
              </a:defRPr>
            </a:lvl1pPr>
          </a:lstStyle>
          <a:p>
            <a:r>
              <a:rPr lang="en-US" dirty="0"/>
              <a:t>Click to edit title style</a:t>
            </a:r>
          </a:p>
        </p:txBody>
      </p:sp>
    </p:spTree>
    <p:extLst>
      <p:ext uri="{BB962C8B-B14F-4D97-AF65-F5344CB8AC3E}">
        <p14:creationId xmlns:p14="http://schemas.microsoft.com/office/powerpoint/2010/main" val="221060629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139" y="4343404"/>
            <a:ext cx="10237786" cy="461665"/>
          </a:xfrm>
        </p:spPr>
        <p:txBody>
          <a:bodyPr>
            <a:noAutofit/>
          </a:bodyPr>
          <a:lstStyle>
            <a:lvl1pPr marL="0" indent="0" algn="l">
              <a:lnSpc>
                <a:spcPct val="90000"/>
              </a:lnSpc>
              <a:spcBef>
                <a:spcPts val="0"/>
              </a:spcBef>
              <a:buNone/>
              <a:defRPr lang="en-US" sz="3591" kern="1200" spc="-70" baseline="0" dirty="0">
                <a:gradFill>
                  <a:gsLst>
                    <a:gs pos="2083">
                      <a:schemeClr val="bg2"/>
                    </a:gs>
                    <a:gs pos="99000">
                      <a:schemeClr val="bg2"/>
                    </a:gs>
                  </a:gsLst>
                  <a:lin ang="5400000" scaled="0"/>
                </a:gradFill>
                <a:latin typeface="+mj-lt"/>
                <a:ea typeface="+mn-ea"/>
                <a:cs typeface="+mn-cs"/>
              </a:defRPr>
            </a:lvl1pPr>
            <a:lvl2pPr marL="456040" indent="0" algn="ctr">
              <a:buNone/>
              <a:defRPr>
                <a:solidFill>
                  <a:schemeClr val="tx1">
                    <a:tint val="75000"/>
                  </a:schemeClr>
                </a:solidFill>
              </a:defRPr>
            </a:lvl2pPr>
            <a:lvl3pPr marL="912078" indent="0" algn="ctr">
              <a:buNone/>
              <a:defRPr>
                <a:solidFill>
                  <a:schemeClr val="tx1">
                    <a:tint val="75000"/>
                  </a:schemeClr>
                </a:solidFill>
              </a:defRPr>
            </a:lvl3pPr>
            <a:lvl4pPr marL="1368118" indent="0" algn="ctr">
              <a:buNone/>
              <a:defRPr>
                <a:solidFill>
                  <a:schemeClr val="tx1">
                    <a:tint val="75000"/>
                  </a:schemeClr>
                </a:solidFill>
              </a:defRPr>
            </a:lvl4pPr>
            <a:lvl5pPr marL="1824156" indent="0" algn="ctr">
              <a:buNone/>
              <a:defRPr>
                <a:solidFill>
                  <a:schemeClr val="tx1">
                    <a:tint val="75000"/>
                  </a:schemeClr>
                </a:solidFill>
              </a:defRPr>
            </a:lvl5pPr>
            <a:lvl6pPr marL="2280196" indent="0" algn="ctr">
              <a:buNone/>
              <a:defRPr>
                <a:solidFill>
                  <a:schemeClr val="tx1">
                    <a:tint val="75000"/>
                  </a:schemeClr>
                </a:solidFill>
              </a:defRPr>
            </a:lvl6pPr>
            <a:lvl7pPr marL="2736234" indent="0" algn="ctr">
              <a:buNone/>
              <a:defRPr>
                <a:solidFill>
                  <a:schemeClr val="tx1">
                    <a:tint val="75000"/>
                  </a:schemeClr>
                </a:solidFill>
              </a:defRPr>
            </a:lvl7pPr>
            <a:lvl8pPr marL="3192274" indent="0" algn="ctr">
              <a:buNone/>
              <a:defRPr>
                <a:solidFill>
                  <a:schemeClr val="tx1">
                    <a:tint val="75000"/>
                  </a:schemeClr>
                </a:solidFill>
              </a:defRPr>
            </a:lvl8pPr>
            <a:lvl9pPr marL="3648313" indent="0" algn="ctr">
              <a:buNone/>
              <a:defRPr>
                <a:solidFill>
                  <a:schemeClr val="tx1">
                    <a:tint val="75000"/>
                  </a:schemeClr>
                </a:solidFill>
              </a:defRPr>
            </a:lvl9pPr>
          </a:lstStyle>
          <a:p>
            <a:pPr marL="0" marR="0" lvl="0" indent="0" algn="l" defTabSz="912078" rtl="0" eaLnBrk="1" fontAlgn="auto" latinLnBrk="0" hangingPunct="1">
              <a:lnSpc>
                <a:spcPct val="90000"/>
              </a:lnSpc>
              <a:spcBef>
                <a:spcPts val="0"/>
              </a:spcBef>
              <a:spcAft>
                <a:spcPts val="0"/>
              </a:spcAft>
              <a:buClrTx/>
              <a:buSzPct val="90000"/>
              <a:buFont typeface="Arial" pitchFamily="34" charset="0"/>
              <a:buNone/>
              <a:tabLst/>
            </a:pPr>
            <a:r>
              <a:rPr lang="en-US"/>
              <a:t>Click to edit Master subtitle style</a:t>
            </a:r>
            <a:endParaRPr lang="en-US" dirty="0"/>
          </a:p>
        </p:txBody>
      </p:sp>
      <p:sp>
        <p:nvSpPr>
          <p:cNvPr id="7" name="Text Placeholder 6"/>
          <p:cNvSpPr>
            <a:spLocks noGrp="1"/>
          </p:cNvSpPr>
          <p:nvPr>
            <p:ph type="body" sz="quarter" idx="10" hasCustomPrompt="1"/>
          </p:nvPr>
        </p:nvSpPr>
        <p:spPr>
          <a:xfrm>
            <a:off x="973140" y="2739678"/>
            <a:ext cx="10245725" cy="1378644"/>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576" b="0" kern="1200" cap="none" spc="-399"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a:t>click to…</a:t>
            </a:r>
          </a:p>
        </p:txBody>
      </p:sp>
      <p:sp>
        <p:nvSpPr>
          <p:cNvPr id="5" name="Text Placeholder 4"/>
          <p:cNvSpPr>
            <a:spLocks noGrp="1"/>
          </p:cNvSpPr>
          <p:nvPr>
            <p:ph type="body" sz="quarter" idx="11"/>
          </p:nvPr>
        </p:nvSpPr>
        <p:spPr>
          <a:xfrm>
            <a:off x="973140" y="1447800"/>
            <a:ext cx="10237787" cy="914096"/>
          </a:xfrm>
        </p:spPr>
        <p:txBody>
          <a:bodyPr wrap="square" anchor="b">
            <a:noAutofit/>
          </a:bodyPr>
          <a:lstStyle>
            <a:lvl1pPr marL="0" indent="0">
              <a:buNone/>
              <a:defRPr sz="6583" spc="-150"/>
            </a:lvl1pPr>
          </a:lstStyle>
          <a:p>
            <a:pPr lvl="0"/>
            <a:r>
              <a:rPr lang="en-US"/>
              <a:t>Click to edit Master text styles</a:t>
            </a:r>
          </a:p>
        </p:txBody>
      </p:sp>
    </p:spTree>
    <p:extLst>
      <p:ext uri="{BB962C8B-B14F-4D97-AF65-F5344CB8AC3E}">
        <p14:creationId xmlns:p14="http://schemas.microsoft.com/office/powerpoint/2010/main" val="24211488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1447799"/>
            <a:ext cx="11149013" cy="1975926"/>
          </a:xfrm>
          <a:prstGeom prst="rect">
            <a:avLst/>
          </a:prstGeom>
        </p:spPr>
        <p:txBody>
          <a:bodyPr/>
          <a:lstStyle>
            <a:lvl1pPr marL="0" indent="0">
              <a:spcBef>
                <a:spcPts val="2394"/>
              </a:spcBef>
              <a:buNone/>
              <a:defRPr sz="3990">
                <a:gradFill>
                  <a:gsLst>
                    <a:gs pos="100000">
                      <a:schemeClr val="tx2"/>
                    </a:gs>
                    <a:gs pos="0">
                      <a:schemeClr val="tx2"/>
                    </a:gs>
                  </a:gsLst>
                  <a:lin ang="5400000" scaled="0"/>
                </a:gradFill>
                <a:latin typeface="+mj-lt"/>
              </a:defRPr>
            </a:lvl1pPr>
            <a:lvl2pPr marL="0" indent="0">
              <a:buNone/>
              <a:defRPr sz="1995">
                <a:gradFill>
                  <a:gsLst>
                    <a:gs pos="100000">
                      <a:schemeClr val="bg2"/>
                    </a:gs>
                    <a:gs pos="6000">
                      <a:schemeClr val="bg2"/>
                    </a:gs>
                  </a:gsLst>
                  <a:lin ang="5400000" scaled="0"/>
                </a:gradFill>
              </a:defRPr>
            </a:lvl2pPr>
            <a:lvl3pPr marL="231195" indent="0">
              <a:buNone/>
              <a:defRPr sz="1995">
                <a:gradFill>
                  <a:gsLst>
                    <a:gs pos="100000">
                      <a:schemeClr val="bg2"/>
                    </a:gs>
                    <a:gs pos="6000">
                      <a:schemeClr val="bg2"/>
                    </a:gs>
                  </a:gsLst>
                  <a:lin ang="5400000" scaled="0"/>
                </a:gradFill>
              </a:defRPr>
            </a:lvl3pPr>
            <a:lvl4pPr marL="456057" indent="0">
              <a:buNone/>
              <a:defRPr sz="1995">
                <a:gradFill>
                  <a:gsLst>
                    <a:gs pos="100000">
                      <a:schemeClr val="bg2"/>
                    </a:gs>
                    <a:gs pos="6000">
                      <a:schemeClr val="bg2"/>
                    </a:gs>
                  </a:gsLst>
                  <a:lin ang="5400000" scaled="0"/>
                </a:gradFill>
              </a:defRPr>
            </a:lvl4pPr>
            <a:lvl5pPr marL="692004" indent="0">
              <a:buNone/>
              <a:defRPr sz="1995">
                <a:gradFill>
                  <a:gsLst>
                    <a:gs pos="100000">
                      <a:schemeClr val="bg2"/>
                    </a:gs>
                    <a:gs pos="6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87729211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With Logo">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228784202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1447799"/>
            <a:ext cx="11149013" cy="1975926"/>
          </a:xfrm>
          <a:prstGeom prst="rect">
            <a:avLst/>
          </a:prstGeom>
        </p:spPr>
        <p:txBody>
          <a:bodyPr/>
          <a:lstStyle>
            <a:lvl1pPr marL="0" indent="0">
              <a:spcBef>
                <a:spcPts val="2394"/>
              </a:spcBef>
              <a:buNone/>
              <a:defRPr sz="3990">
                <a:gradFill>
                  <a:gsLst>
                    <a:gs pos="100000">
                      <a:schemeClr val="bg2"/>
                    </a:gs>
                    <a:gs pos="0">
                      <a:schemeClr val="bg2"/>
                    </a:gs>
                  </a:gsLst>
                  <a:lin ang="5400000" scaled="0"/>
                </a:gradFill>
                <a:latin typeface="+mj-lt"/>
              </a:defRPr>
            </a:lvl1pPr>
            <a:lvl2pPr marL="0" indent="0">
              <a:buNone/>
              <a:defRPr sz="1995">
                <a:gradFill>
                  <a:gsLst>
                    <a:gs pos="100000">
                      <a:schemeClr val="bg2"/>
                    </a:gs>
                    <a:gs pos="0">
                      <a:schemeClr val="bg2"/>
                    </a:gs>
                  </a:gsLst>
                  <a:lin ang="5400000" scaled="0"/>
                </a:gradFill>
              </a:defRPr>
            </a:lvl2pPr>
            <a:lvl3pPr marL="231195" indent="0">
              <a:buNone/>
              <a:defRPr sz="1995">
                <a:gradFill>
                  <a:gsLst>
                    <a:gs pos="100000">
                      <a:schemeClr val="bg2"/>
                    </a:gs>
                    <a:gs pos="0">
                      <a:schemeClr val="bg2"/>
                    </a:gs>
                  </a:gsLst>
                  <a:lin ang="5400000" scaled="0"/>
                </a:gradFill>
              </a:defRPr>
            </a:lvl3pPr>
            <a:lvl4pPr marL="456057" indent="0">
              <a:buNone/>
              <a:defRPr sz="1995">
                <a:gradFill>
                  <a:gsLst>
                    <a:gs pos="100000">
                      <a:schemeClr val="bg2"/>
                    </a:gs>
                    <a:gs pos="0">
                      <a:schemeClr val="bg2"/>
                    </a:gs>
                  </a:gsLst>
                  <a:lin ang="5400000" scaled="0"/>
                </a:gradFill>
              </a:defRPr>
            </a:lvl4pPr>
            <a:lvl5pPr marL="692004" indent="0">
              <a:buNone/>
              <a:defRPr sz="1995">
                <a:gradFill>
                  <a:gsLst>
                    <a:gs pos="100000">
                      <a:schemeClr val="bg2"/>
                    </a:gs>
                    <a:gs pos="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21739696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4"/>
            <a:ext cx="11149013" cy="747897"/>
          </a:xfrm>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519113" y="1447799"/>
            <a:ext cx="11149013" cy="2043636"/>
          </a:xfrm>
          <a:prstGeom prst="rect">
            <a:avLst/>
          </a:prstGeom>
        </p:spPr>
        <p:txBody>
          <a:bodyPr/>
          <a:lstStyle>
            <a:lvl1pPr marL="283453" indent="-283453">
              <a:buFont typeface="Wingdings" pitchFamily="2" charset="2"/>
              <a:buChar char=""/>
              <a:defRPr sz="3990"/>
            </a:lvl1pPr>
            <a:lvl2pPr marL="516232" indent="-232780">
              <a:buFont typeface="Wingdings" pitchFamily="2" charset="2"/>
              <a:buChar char=""/>
              <a:defRPr>
                <a:latin typeface="+mn-lt"/>
              </a:defRPr>
            </a:lvl2pPr>
            <a:lvl3pPr marL="739510" indent="-223279">
              <a:buFont typeface="Wingdings" pitchFamily="2" charset="2"/>
              <a:buChar char=""/>
              <a:tabLst/>
              <a:defRPr>
                <a:latin typeface="+mn-lt"/>
              </a:defRPr>
            </a:lvl3pPr>
            <a:lvl4pPr marL="912115" indent="-172605">
              <a:buFont typeface="Wingdings" pitchFamily="2" charset="2"/>
              <a:buChar char=""/>
              <a:defRPr>
                <a:latin typeface="+mn-lt"/>
              </a:defRPr>
            </a:lvl4pPr>
            <a:lvl5pPr marL="1084720" indent="-172605">
              <a:buFont typeface="Wingdings" pitchFamily="2" charset="2"/>
              <a:buChar char=""/>
              <a:tabLst/>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77759070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520701" y="1447804"/>
            <a:ext cx="5394960" cy="2462213"/>
          </a:xfrm>
        </p:spPr>
        <p:txBody>
          <a:bodyPr/>
          <a:lstStyle>
            <a:lvl1pPr marL="0" indent="0">
              <a:spcBef>
                <a:spcPts val="1197"/>
              </a:spcBef>
              <a:buNone/>
              <a:defRPr sz="3990">
                <a:gradFill>
                  <a:gsLst>
                    <a:gs pos="100000">
                      <a:schemeClr val="tx2"/>
                    </a:gs>
                    <a:gs pos="0">
                      <a:schemeClr val="tx2"/>
                    </a:gs>
                  </a:gsLst>
                  <a:lin ang="5400000" scaled="0"/>
                </a:gradFill>
                <a:latin typeface="+mj-lt"/>
              </a:defRPr>
            </a:lvl1pPr>
            <a:lvl2pPr marL="0" indent="0">
              <a:buNone/>
              <a:defRPr sz="1995"/>
            </a:lvl2pPr>
            <a:lvl3pPr marL="232780" indent="0">
              <a:buNone/>
              <a:defRPr sz="1995"/>
            </a:lvl3pPr>
            <a:lvl4pPr marL="456057" indent="0">
              <a:buNone/>
              <a:defRPr sz="1995"/>
            </a:lvl4pPr>
            <a:lvl5pPr marL="692004" indent="0">
              <a:buNone/>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7928" y="1447804"/>
            <a:ext cx="5394960" cy="2462213"/>
          </a:xfrm>
        </p:spPr>
        <p:txBody>
          <a:bodyPr/>
          <a:lstStyle>
            <a:lvl1pPr marL="0" indent="0">
              <a:spcBef>
                <a:spcPts val="1197"/>
              </a:spcBef>
              <a:buNone/>
              <a:defRPr lang="en-US" sz="3990" kern="1200" spc="-70" baseline="0" dirty="0" smtClean="0">
                <a:gradFill>
                  <a:gsLst>
                    <a:gs pos="100000">
                      <a:schemeClr val="tx2"/>
                    </a:gs>
                    <a:gs pos="0">
                      <a:schemeClr val="tx2"/>
                    </a:gs>
                  </a:gsLst>
                  <a:lin ang="5400000" scaled="0"/>
                </a:gradFill>
                <a:latin typeface="+mj-lt"/>
                <a:ea typeface="+mn-ea"/>
                <a:cs typeface="+mn-cs"/>
              </a:defRPr>
            </a:lvl1pPr>
            <a:lvl2pPr marL="3167"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2pPr>
            <a:lvl3pPr marL="23278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3pPr>
            <a:lvl4pPr marL="459224"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4pPr>
            <a:lvl5pPr marL="68567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a:gradFill>
                  <a:gsLst>
                    <a:gs pos="1250">
                      <a:schemeClr val="bg2"/>
                    </a:gs>
                    <a:gs pos="100000">
                      <a:schemeClr val="bg2"/>
                    </a:gs>
                  </a:gsLst>
                  <a:lin ang="5400000" scaled="0"/>
                </a:gradFill>
                <a:latin typeface="+mn-lt"/>
                <a:ea typeface="+mn-ea"/>
                <a:cs typeface="+mn-cs"/>
              </a:defRPr>
            </a:lvl5pPr>
          </a:lstStyle>
          <a:p>
            <a:pPr marL="0" marR="0" lvl="0"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Click to edit Master text styles</a:t>
            </a:r>
          </a:p>
          <a:p>
            <a:pPr marL="0" marR="0" lvl="1"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sp>
        <p:nvSpPr>
          <p:cNvPr id="7" name="Slide Number Placeholder 9"/>
          <p:cNvSpPr>
            <a:spLocks noGrp="1"/>
          </p:cNvSpPr>
          <p:nvPr>
            <p:ph type="sldNum" sz="quarter" idx="13"/>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685466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520701" y="1447804"/>
            <a:ext cx="5394960" cy="2462213"/>
          </a:xfrm>
        </p:spPr>
        <p:txBody>
          <a:bodyPr/>
          <a:lstStyle>
            <a:lvl1pPr marL="0" indent="0">
              <a:spcBef>
                <a:spcPts val="1197"/>
              </a:spcBef>
              <a:buNone/>
              <a:defRPr sz="3990">
                <a:gradFill>
                  <a:gsLst>
                    <a:gs pos="1000">
                      <a:schemeClr val="bg2"/>
                    </a:gs>
                    <a:gs pos="98000">
                      <a:schemeClr val="bg2"/>
                    </a:gs>
                  </a:gsLst>
                  <a:lin ang="5400000" scaled="0"/>
                </a:gradFill>
                <a:latin typeface="+mj-lt"/>
              </a:defRPr>
            </a:lvl1pPr>
            <a:lvl2pPr marL="0" indent="0">
              <a:buNone/>
              <a:defRPr sz="1995">
                <a:gradFill>
                  <a:gsLst>
                    <a:gs pos="1000">
                      <a:schemeClr val="bg2"/>
                    </a:gs>
                    <a:gs pos="98000">
                      <a:schemeClr val="bg2"/>
                    </a:gs>
                  </a:gsLst>
                  <a:lin ang="5400000" scaled="0"/>
                </a:gradFill>
              </a:defRPr>
            </a:lvl2pPr>
            <a:lvl3pPr marL="232780" indent="0">
              <a:buNone/>
              <a:defRPr sz="1995">
                <a:gradFill>
                  <a:gsLst>
                    <a:gs pos="1000">
                      <a:schemeClr val="bg2"/>
                    </a:gs>
                    <a:gs pos="98000">
                      <a:schemeClr val="bg2"/>
                    </a:gs>
                  </a:gsLst>
                  <a:lin ang="5400000" scaled="0"/>
                </a:gradFill>
              </a:defRPr>
            </a:lvl3pPr>
            <a:lvl4pPr marL="456057" indent="0">
              <a:buNone/>
              <a:defRPr sz="1995">
                <a:gradFill>
                  <a:gsLst>
                    <a:gs pos="1000">
                      <a:schemeClr val="bg2"/>
                    </a:gs>
                    <a:gs pos="98000">
                      <a:schemeClr val="bg2"/>
                    </a:gs>
                  </a:gsLst>
                  <a:lin ang="5400000" scaled="0"/>
                </a:gradFill>
              </a:defRPr>
            </a:lvl4pPr>
            <a:lvl5pPr marL="692004" indent="0">
              <a:buNone/>
              <a:defRPr sz="1995">
                <a:gradFill>
                  <a:gsLst>
                    <a:gs pos="1000">
                      <a:schemeClr val="bg2"/>
                    </a:gs>
                    <a:gs pos="98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7928" y="1447804"/>
            <a:ext cx="5394960" cy="2462213"/>
          </a:xfrm>
        </p:spPr>
        <p:txBody>
          <a:bodyPr/>
          <a:lstStyle>
            <a:lvl1pPr marL="0" indent="0">
              <a:spcBef>
                <a:spcPts val="1197"/>
              </a:spcBef>
              <a:buNone/>
              <a:defRPr lang="en-US" sz="3990" kern="1200" spc="-70" baseline="0" dirty="0" smtClean="0">
                <a:gradFill>
                  <a:gsLst>
                    <a:gs pos="1000">
                      <a:schemeClr val="bg2"/>
                    </a:gs>
                    <a:gs pos="98000">
                      <a:schemeClr val="bg2"/>
                    </a:gs>
                  </a:gsLst>
                  <a:lin ang="5400000" scaled="0"/>
                </a:gradFill>
                <a:latin typeface="+mj-lt"/>
                <a:ea typeface="+mn-ea"/>
                <a:cs typeface="+mn-cs"/>
              </a:defRPr>
            </a:lvl1pPr>
            <a:lvl2pPr marL="3167"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2pPr>
            <a:lvl3pPr marL="23278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3pPr>
            <a:lvl4pPr marL="459224"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4pPr>
            <a:lvl5pPr marL="68567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a:gradFill>
                  <a:gsLst>
                    <a:gs pos="1000">
                      <a:schemeClr val="bg2"/>
                    </a:gs>
                    <a:gs pos="98000">
                      <a:schemeClr val="bg2"/>
                    </a:gs>
                  </a:gsLst>
                  <a:lin ang="5400000" scaled="0"/>
                </a:gradFill>
                <a:latin typeface="+mn-lt"/>
                <a:ea typeface="+mn-ea"/>
                <a:cs typeface="+mn-cs"/>
              </a:defRPr>
            </a:lvl5pPr>
          </a:lstStyle>
          <a:p>
            <a:pPr marL="0" marR="0" lvl="0"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Click to edit Master text styles</a:t>
            </a:r>
          </a:p>
          <a:p>
            <a:pPr marL="0" marR="0" lvl="1"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sp>
        <p:nvSpPr>
          <p:cNvPr id="7" name="Slide Number Placeholder 9"/>
          <p:cNvSpPr>
            <a:spLocks noGrp="1"/>
          </p:cNvSpPr>
          <p:nvPr>
            <p:ph type="sldNum" sz="quarter" idx="13"/>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228578401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20701" y="1447804"/>
            <a:ext cx="5394960" cy="2351413"/>
          </a:xfrm>
        </p:spPr>
        <p:txBody>
          <a:bodyPr>
            <a:spAutoFit/>
          </a:bodyPr>
          <a:lstStyle>
            <a:lvl1pPr marL="291370" indent="-291370">
              <a:spcBef>
                <a:spcPts val="1197"/>
              </a:spcBef>
              <a:buClr>
                <a:schemeClr val="bg2"/>
              </a:buClr>
              <a:buSzPct val="100000"/>
              <a:buFont typeface="Wingdings" pitchFamily="2" charset="2"/>
              <a:buChar char=""/>
              <a:defRPr lang="en-US" sz="3591" kern="1200" spc="-70" baseline="0" dirty="0" smtClean="0">
                <a:gradFill>
                  <a:gsLst>
                    <a:gs pos="1250">
                      <a:schemeClr val="bg2"/>
                    </a:gs>
                    <a:gs pos="100000">
                      <a:schemeClr val="bg2"/>
                    </a:gs>
                  </a:gsLst>
                  <a:lin ang="5400000" scaled="0"/>
                </a:gradFill>
                <a:latin typeface="+mj-lt"/>
                <a:ea typeface="+mn-ea"/>
                <a:cs typeface="+mn-cs"/>
              </a:defRPr>
            </a:lvl1pPr>
            <a:lvl2pPr marL="519399" indent="-228028">
              <a:defRPr sz="1995"/>
            </a:lvl2pPr>
            <a:lvl3pPr marL="684086" indent="-164687">
              <a:tabLst/>
              <a:defRPr sz="1995"/>
            </a:lvl3pPr>
            <a:lvl4pPr marL="861442" indent="-177356">
              <a:defRPr/>
            </a:lvl4pPr>
            <a:lvl5pPr marL="1026129" indent="-1646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1"/>
          </p:nvPr>
        </p:nvSpPr>
        <p:spPr>
          <a:xfrm>
            <a:off x="6277928" y="1447804"/>
            <a:ext cx="5394960" cy="2720745"/>
          </a:xfrm>
        </p:spPr>
        <p:txBody>
          <a:bodyPr>
            <a:spAutoFit/>
          </a:bodyPr>
          <a:lstStyle>
            <a:lvl1pPr marL="338876" indent="-338876">
              <a:spcBef>
                <a:spcPts val="1197"/>
              </a:spcBef>
              <a:buClr>
                <a:schemeClr val="bg2"/>
              </a:buClr>
              <a:buFont typeface="Arial" pitchFamily="34" charset="0"/>
              <a:buChar char="•"/>
              <a:defRPr lang="en-US" sz="3591" kern="1200" spc="-70" baseline="0" dirty="0" smtClean="0">
                <a:gradFill>
                  <a:gsLst>
                    <a:gs pos="1250">
                      <a:schemeClr val="bg2"/>
                    </a:gs>
                    <a:gs pos="100000">
                      <a:schemeClr val="bg2"/>
                    </a:gs>
                  </a:gsLst>
                  <a:lin ang="5400000" scaled="0"/>
                </a:gradFill>
                <a:latin typeface="+mj-lt"/>
                <a:ea typeface="+mn-ea"/>
                <a:cs typeface="+mn-cs"/>
              </a:defRPr>
            </a:lvl1pPr>
            <a:lvl2pPr marL="633413" indent="-342043">
              <a:defRPr lang="en-US" sz="1995" kern="1200" spc="0" baseline="0" dirty="0" smtClean="0">
                <a:gradFill>
                  <a:gsLst>
                    <a:gs pos="1250">
                      <a:schemeClr val="bg2"/>
                    </a:gs>
                    <a:gs pos="100000">
                      <a:schemeClr val="bg2"/>
                    </a:gs>
                  </a:gsLst>
                  <a:lin ang="5400000" scaled="0"/>
                </a:gradFill>
                <a:latin typeface="+mn-lt"/>
                <a:ea typeface="+mn-ea"/>
                <a:cs typeface="+mn-cs"/>
              </a:defRPr>
            </a:lvl2pPr>
            <a:lvl3pPr marL="861442" indent="-342043">
              <a:defRPr lang="en-US" sz="1995" kern="1200" spc="0" baseline="0" dirty="0" smtClean="0">
                <a:gradFill>
                  <a:gsLst>
                    <a:gs pos="1250">
                      <a:schemeClr val="bg2"/>
                    </a:gs>
                    <a:gs pos="100000">
                      <a:schemeClr val="bg2"/>
                    </a:gs>
                  </a:gsLst>
                  <a:lin ang="5400000" scaled="0"/>
                </a:gradFill>
                <a:latin typeface="+mn-lt"/>
                <a:ea typeface="+mn-ea"/>
                <a:cs typeface="+mn-cs"/>
              </a:defRPr>
            </a:lvl3pPr>
            <a:lvl4pPr marL="1026129" indent="-342043">
              <a:defRPr lang="en-US" sz="1995" kern="1200" spc="0" baseline="0" dirty="0" smtClean="0">
                <a:gradFill>
                  <a:gsLst>
                    <a:gs pos="1250">
                      <a:schemeClr val="bg2"/>
                    </a:gs>
                    <a:gs pos="100000">
                      <a:schemeClr val="bg2"/>
                    </a:gs>
                  </a:gsLst>
                  <a:lin ang="5400000" scaled="0"/>
                </a:gradFill>
                <a:latin typeface="+mn-lt"/>
                <a:ea typeface="+mn-ea"/>
                <a:cs typeface="+mn-cs"/>
              </a:defRPr>
            </a:lvl4pPr>
            <a:lvl5pPr marL="1203484" indent="-342043">
              <a:defRPr lang="en-US" sz="1995" kern="1200" spc="0" baseline="0" dirty="0">
                <a:gradFill>
                  <a:gsLst>
                    <a:gs pos="1250">
                      <a:schemeClr val="bg2"/>
                    </a:gs>
                    <a:gs pos="100000">
                      <a:schemeClr val="bg2"/>
                    </a:gs>
                  </a:gsLst>
                  <a:lin ang="5400000" scaled="0"/>
                </a:gradFill>
                <a:latin typeface="+mn-lt"/>
                <a:ea typeface="+mn-ea"/>
                <a:cs typeface="+mn-cs"/>
              </a:defRPr>
            </a:lvl5pPr>
          </a:lstStyle>
          <a:p>
            <a:pPr marL="291370" marR="0" lvl="0"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Click to edit Master text styles</a:t>
            </a:r>
          </a:p>
          <a:p>
            <a:pPr marL="291370" marR="0" lvl="1"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Second level</a:t>
            </a:r>
          </a:p>
          <a:p>
            <a:pPr marL="291370" marR="0" lvl="2"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Third level</a:t>
            </a:r>
          </a:p>
          <a:p>
            <a:pPr marL="291370" marR="0" lvl="3"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Fourth level</a:t>
            </a:r>
          </a:p>
          <a:p>
            <a:pPr marL="291370" marR="0" lvl="4"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Fifth level</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9" name="Picture 8"/>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97992841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701" y="1447804"/>
            <a:ext cx="5433533" cy="1661993"/>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12" name="Title 1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1356924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701" y="1447801"/>
            <a:ext cx="5433533" cy="1178442"/>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701"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460551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8091" y="1447801"/>
            <a:ext cx="5433533" cy="1178442"/>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6218092"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4" name="Picture Placeholder 3"/>
          <p:cNvSpPr>
            <a:spLocks noGrp="1"/>
          </p:cNvSpPr>
          <p:nvPr>
            <p:ph type="pic" sz="quarter" idx="14" hasCustomPrompt="1"/>
          </p:nvPr>
        </p:nvSpPr>
        <p:spPr>
          <a:xfrm>
            <a:off x="0" y="0"/>
            <a:ext cx="5980112" cy="6858000"/>
          </a:xfrm>
        </p:spPr>
        <p:txBody>
          <a:bodyPr lIns="182880" anchor="ctr"/>
          <a:lstStyle>
            <a:lvl1pPr marL="0" indent="0" algn="l">
              <a:buNone/>
              <a:defRPr/>
            </a:lvl1pPr>
          </a:lstStyle>
          <a:p>
            <a:r>
              <a:rPr lang="en-US" dirty="0"/>
              <a:t>Click to insert photo.</a:t>
            </a:r>
          </a:p>
        </p:txBody>
      </p:sp>
      <p:pic>
        <p:nvPicPr>
          <p:cNvPr id="7" name="Picture 6"/>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2423887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0" y="720725"/>
            <a:ext cx="3969413" cy="1687393"/>
          </a:xfrm>
          <a:prstGeom prst="rect">
            <a:avLst/>
          </a:prstGeom>
        </p:spPr>
        <p:txBody>
          <a:bodyPr>
            <a:noAutofit/>
          </a:bodyPr>
          <a:lstStyle>
            <a:lvl1pPr marL="0" indent="0">
              <a:buNone/>
              <a:defRPr sz="3990" b="0"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Tree>
    <p:extLst>
      <p:ext uri="{BB962C8B-B14F-4D97-AF65-F5344CB8AC3E}">
        <p14:creationId xmlns:p14="http://schemas.microsoft.com/office/powerpoint/2010/main" val="4272436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0" y="720725"/>
            <a:ext cx="3819289" cy="1687393"/>
          </a:xfrm>
          <a:prstGeom prst="rect">
            <a:avLst/>
          </a:prstGeom>
        </p:spPr>
        <p:txBody>
          <a:bodyPr>
            <a:noAutofit/>
          </a:bodyPr>
          <a:lstStyle>
            <a:lvl1pPr marL="0" indent="0">
              <a:buNone/>
              <a:defRPr sz="3990" b="1"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Tree>
    <p:extLst>
      <p:ext uri="{BB962C8B-B14F-4D97-AF65-F5344CB8AC3E}">
        <p14:creationId xmlns:p14="http://schemas.microsoft.com/office/powerpoint/2010/main" val="3171939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0" y="720725"/>
            <a:ext cx="3819289" cy="1687393"/>
          </a:xfrm>
          <a:prstGeom prst="rect">
            <a:avLst/>
          </a:prstGeom>
        </p:spPr>
        <p:txBody>
          <a:bodyPr>
            <a:noAutofit/>
          </a:bodyPr>
          <a:lstStyle>
            <a:lvl1pPr marL="0" indent="0">
              <a:buNone/>
              <a:defRPr sz="3990" b="1"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Tree>
    <p:extLst>
      <p:ext uri="{BB962C8B-B14F-4D97-AF65-F5344CB8AC3E}">
        <p14:creationId xmlns:p14="http://schemas.microsoft.com/office/powerpoint/2010/main" val="32520680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0" y="720725"/>
            <a:ext cx="3819289" cy="1687393"/>
          </a:xfrm>
          <a:prstGeom prst="rect">
            <a:avLst/>
          </a:prstGeom>
        </p:spPr>
        <p:txBody>
          <a:bodyPr>
            <a:noAutofit/>
          </a:bodyPr>
          <a:lstStyle>
            <a:lvl1pPr marL="0" indent="0">
              <a:buNone/>
              <a:defRPr sz="3990" b="1" cap="none" spc="-150" baseline="0">
                <a:gradFill>
                  <a:gsLst>
                    <a:gs pos="100000">
                      <a:schemeClr val="bg1"/>
                    </a:gs>
                    <a:gs pos="0">
                      <a:schemeClr val="bg1"/>
                    </a:gs>
                  </a:gsLst>
                  <a:lin ang="5400000" scaled="0"/>
                </a:gradFill>
                <a:latin typeface="Segoe UI Semibold" panose="020B0702040204020203" pitchFamily="34" charset="0"/>
                <a:cs typeface="Segoe UI Semibold" panose="020B0702040204020203" pitchFamily="34" charset="0"/>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Tree>
    <p:extLst>
      <p:ext uri="{BB962C8B-B14F-4D97-AF65-F5344CB8AC3E}">
        <p14:creationId xmlns:p14="http://schemas.microsoft.com/office/powerpoint/2010/main" val="5438352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lor Block text w/Photo on Right">
    <p:spTree>
      <p:nvGrpSpPr>
        <p:cNvPr id="1" name=""/>
        <p:cNvGrpSpPr/>
        <p:nvPr/>
      </p:nvGrpSpPr>
      <p:grpSpPr>
        <a:xfrm>
          <a:off x="0" y="0"/>
          <a:ext cx="0" cy="0"/>
          <a:chOff x="0" y="0"/>
          <a:chExt cx="0" cy="0"/>
        </a:xfrm>
      </p:grpSpPr>
      <p:sp>
        <p:nvSpPr>
          <p:cNvPr id="7" name="Rectangle 6"/>
          <p:cNvSpPr/>
          <p:nvPr/>
        </p:nvSpPr>
        <p:spPr bwMode="white">
          <a:xfrm>
            <a:off x="1" y="0"/>
            <a:ext cx="621982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1" y="1447801"/>
            <a:ext cx="5433533" cy="1178442"/>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520701"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1"/>
                    </a:gs>
                    <a:gs pos="0">
                      <a:schemeClr val="bg1"/>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4" name="Picture Placeholder 3"/>
          <p:cNvSpPr>
            <a:spLocks noGrp="1"/>
          </p:cNvSpPr>
          <p:nvPr>
            <p:ph type="pic" sz="quarter" idx="14" hasCustomPrompt="1"/>
          </p:nvPr>
        </p:nvSpPr>
        <p:spPr>
          <a:xfrm>
            <a:off x="6208713" y="0"/>
            <a:ext cx="5980112" cy="6858000"/>
          </a:xfrm>
        </p:spPr>
        <p:txBody>
          <a:bodyPr lIns="182880" anchor="ctr"/>
          <a:lstStyle>
            <a:lvl1pPr marL="0" indent="0" algn="l">
              <a:buNone/>
              <a:defRPr/>
            </a:lvl1pPr>
          </a:lstStyle>
          <a:p>
            <a:r>
              <a:rPr lang="en-US" dirty="0"/>
              <a:t>Click to insert photo.</a:t>
            </a:r>
          </a:p>
        </p:txBody>
      </p:sp>
      <p:pic>
        <p:nvPicPr>
          <p:cNvPr id="10" name="Picture 9"/>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579640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lor Block text w/Photo on Left">
    <p:spTree>
      <p:nvGrpSpPr>
        <p:cNvPr id="1" name=""/>
        <p:cNvGrpSpPr/>
        <p:nvPr/>
      </p:nvGrpSpPr>
      <p:grpSpPr>
        <a:xfrm>
          <a:off x="0" y="0"/>
          <a:ext cx="0" cy="0"/>
          <a:chOff x="0" y="0"/>
          <a:chExt cx="0" cy="0"/>
        </a:xfrm>
      </p:grpSpPr>
      <p:sp>
        <p:nvSpPr>
          <p:cNvPr id="7" name="Rectangle 6"/>
          <p:cNvSpPr/>
          <p:nvPr/>
        </p:nvSpPr>
        <p:spPr bwMode="white">
          <a:xfrm>
            <a:off x="8763990" y="0"/>
            <a:ext cx="3437533"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8763990" y="1447801"/>
            <a:ext cx="2887633" cy="1178442"/>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8763991" y="3264991"/>
            <a:ext cx="2898266"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1"/>
                    </a:gs>
                    <a:gs pos="0">
                      <a:schemeClr val="bg1"/>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dirty="0"/>
              <a:t>Click to edit Master text styles</a:t>
            </a:r>
          </a:p>
        </p:txBody>
      </p:sp>
      <p:sp>
        <p:nvSpPr>
          <p:cNvPr id="4" name="Picture Placeholder 3"/>
          <p:cNvSpPr>
            <a:spLocks noGrp="1"/>
          </p:cNvSpPr>
          <p:nvPr>
            <p:ph type="pic" sz="quarter" idx="14" hasCustomPrompt="1"/>
          </p:nvPr>
        </p:nvSpPr>
        <p:spPr>
          <a:xfrm>
            <a:off x="661596" y="532563"/>
            <a:ext cx="7966080" cy="6858000"/>
          </a:xfrm>
        </p:spPr>
        <p:txBody>
          <a:bodyPr lIns="182880" anchor="ctr"/>
          <a:lstStyle>
            <a:lvl1pPr marL="0" indent="0" algn="l">
              <a:buNone/>
              <a:defRPr/>
            </a:lvl1pPr>
          </a:lstStyle>
          <a:p>
            <a:r>
              <a:rPr lang="en-US" dirty="0"/>
              <a:t>Click to insert photo.</a:t>
            </a:r>
          </a:p>
        </p:txBody>
      </p:sp>
      <p:pic>
        <p:nvPicPr>
          <p:cNvPr id="35" name="Picture 34"/>
          <p:cNvPicPr>
            <a:picLocks noChangeAspect="1"/>
          </p:cNvPicPr>
          <p:nvPr userDrawn="1"/>
        </p:nvPicPr>
        <p:blipFill>
          <a:blip r:embed="rId2"/>
          <a:stretch>
            <a:fillRect/>
          </a:stretch>
        </p:blipFill>
        <p:spPr>
          <a:xfrm>
            <a:off x="10795674" y="6255100"/>
            <a:ext cx="1269536" cy="501941"/>
          </a:xfrm>
          <a:prstGeom prst="rect">
            <a:avLst/>
          </a:prstGeom>
        </p:spPr>
      </p:pic>
    </p:spTree>
    <p:extLst>
      <p:ext uri="{BB962C8B-B14F-4D97-AF65-F5344CB8AC3E}">
        <p14:creationId xmlns:p14="http://schemas.microsoft.com/office/powerpoint/2010/main" val="14385641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p:nvSpPr>
        <p:spPr bwMode="white">
          <a:xfrm>
            <a:off x="1" y="857250"/>
            <a:ext cx="12188825"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701" y="1358057"/>
            <a:ext cx="11152188" cy="2863073"/>
          </a:xfrm>
          <a:prstGeom prst="rect">
            <a:avLst/>
          </a:prstGeom>
        </p:spPr>
        <p:txBody>
          <a:bodyPr>
            <a:normAutofit/>
          </a:bodyPr>
          <a:lstStyle>
            <a:lvl1pPr marL="0" indent="0">
              <a:lnSpc>
                <a:spcPct val="90000"/>
              </a:lnSpc>
              <a:buNone/>
              <a:defRPr sz="6384">
                <a:gradFill>
                  <a:gsLst>
                    <a:gs pos="100000">
                      <a:schemeClr val="bg1"/>
                    </a:gs>
                    <a:gs pos="0">
                      <a:schemeClr val="bg1"/>
                    </a:gs>
                  </a:gsLst>
                  <a:lin ang="5400000" scaled="0"/>
                </a:gradFill>
                <a:latin typeface="+mj-lt"/>
              </a:defRPr>
            </a:lvl1pPr>
            <a:lvl2pPr>
              <a:defRPr sz="6384">
                <a:solidFill>
                  <a:schemeClr val="tx2"/>
                </a:solidFill>
                <a:latin typeface="+mn-lt"/>
              </a:defRPr>
            </a:lvl2pPr>
          </a:lstStyle>
          <a:p>
            <a:pPr lvl="0"/>
            <a:r>
              <a:rPr lang="en-US" dirty="0"/>
              <a:t>“Click to edit Master text styles”</a:t>
            </a:r>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701" y="4343404"/>
            <a:ext cx="11152188" cy="470747"/>
          </a:xfrm>
          <a:prstGeom prst="rect">
            <a:avLst/>
          </a:prstGeom>
        </p:spPr>
        <p:txBody>
          <a:bodyPr>
            <a:normAutofit/>
          </a:bodyPr>
          <a:lstStyle>
            <a:lvl1pPr marL="0" indent="0">
              <a:lnSpc>
                <a:spcPct val="90000"/>
              </a:lnSpc>
              <a:buNone/>
              <a:defRPr sz="3591">
                <a:gradFill>
                  <a:gsLst>
                    <a:gs pos="100000">
                      <a:schemeClr val="bg1"/>
                    </a:gs>
                    <a:gs pos="0">
                      <a:schemeClr val="bg1"/>
                    </a:gs>
                  </a:gsLst>
                  <a:lin ang="5400000" scaled="0"/>
                </a:gradFill>
                <a:latin typeface="+mj-lt"/>
              </a:defRPr>
            </a:lvl1pPr>
            <a:lvl2pPr>
              <a:defRPr sz="6384">
                <a:solidFill>
                  <a:schemeClr val="tx2"/>
                </a:solidFill>
                <a:latin typeface="+mn-lt"/>
              </a:defRPr>
            </a:lvl2pPr>
          </a:lstStyle>
          <a:p>
            <a:pPr lvl="0"/>
            <a:r>
              <a:rPr lang="en-US"/>
              <a:t>Click to edit Master text styles</a:t>
            </a:r>
          </a:p>
        </p:txBody>
      </p:sp>
      <p:pic>
        <p:nvPicPr>
          <p:cNvPr id="7" name="Picture 6"/>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2056288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Tree>
    <p:extLst>
      <p:ext uri="{BB962C8B-B14F-4D97-AF65-F5344CB8AC3E}">
        <p14:creationId xmlns:p14="http://schemas.microsoft.com/office/powerpoint/2010/main" val="356791972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019555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a:t>Slide for Developer Code</a:t>
            </a:r>
          </a:p>
        </p:txBody>
      </p:sp>
      <p:sp>
        <p:nvSpPr>
          <p:cNvPr id="3" name="Rectangle 2"/>
          <p:cNvSpPr/>
          <p:nvPr/>
        </p:nvSpPr>
        <p:spPr bwMode="hidden">
          <a:xfrm>
            <a:off x="1" y="1155940"/>
            <a:ext cx="12188825" cy="570206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1795"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319" y="1447804"/>
            <a:ext cx="11152188" cy="1988237"/>
          </a:xfrm>
        </p:spPr>
        <p:txBody>
          <a:bodyPr/>
          <a:lstStyle>
            <a:lvl1pPr marL="0" indent="0">
              <a:lnSpc>
                <a:spcPct val="95000"/>
              </a:lnSpc>
              <a:buNone/>
              <a:defRPr sz="3192">
                <a:gradFill>
                  <a:gsLst>
                    <a:gs pos="1250">
                      <a:srgbClr val="000000"/>
                    </a:gs>
                    <a:gs pos="100000">
                      <a:srgbClr val="000000"/>
                    </a:gs>
                  </a:gsLst>
                  <a:lin ang="5400000" scaled="0"/>
                </a:gradFill>
                <a:latin typeface="Consolas" pitchFamily="49" charset="0"/>
                <a:cs typeface="Consolas" pitchFamily="49" charset="0"/>
              </a:defRPr>
            </a:lvl1pPr>
            <a:lvl2pPr marL="33887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165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6517"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2771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03621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701" y="228604"/>
            <a:ext cx="11152188" cy="664797"/>
          </a:xfrm>
        </p:spPr>
        <p:txBody>
          <a:bodyPr/>
          <a:lstStyle>
            <a:lvl1pPr>
              <a:defRPr sz="4788"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19113" y="1447799"/>
            <a:ext cx="11149013" cy="2043636"/>
          </a:xfrm>
          <a:prstGeom prst="rect">
            <a:avLst/>
          </a:prstGeom>
        </p:spPr>
        <p:txBody>
          <a:bodyPr/>
          <a:lstStyle>
            <a:lvl1pPr marL="342043" indent="-342043">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7078" indent="-2850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2115" indent="-2850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0143" indent="-2280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68172" indent="-2280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2" y="6238880"/>
            <a:ext cx="12188826"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591"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57410685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4"/>
            <a:ext cx="11149013" cy="666387"/>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9113" y="1447800"/>
            <a:ext cx="11149013" cy="946413"/>
          </a:xfrm>
        </p:spPr>
        <p:txBody>
          <a:bodyPr/>
          <a:lstStyle>
            <a:lvl1pPr marL="0" indent="0">
              <a:spcBef>
                <a:spcPts val="0"/>
              </a:spcBef>
              <a:spcAft>
                <a:spcPts val="898"/>
              </a:spcAft>
              <a:buNone/>
              <a:defRPr sz="3990" spc="-100" baseline="0">
                <a:latin typeface="Segoe UI Light" pitchFamily="34" charset="0"/>
              </a:defRPr>
            </a:lvl1pPr>
            <a:lvl2pPr marL="0" indent="0">
              <a:spcBef>
                <a:spcPts val="0"/>
              </a:spcBef>
              <a:spcAft>
                <a:spcPts val="399"/>
              </a:spcAft>
              <a:buNone/>
              <a:defRPr sz="1995" spc="-50" baseline="0"/>
            </a:lvl2pPr>
            <a:lvl3pPr marL="0" indent="0">
              <a:spcBef>
                <a:spcPts val="0"/>
              </a:spcBef>
              <a:spcAft>
                <a:spcPts val="399"/>
              </a:spcAft>
              <a:buNone/>
              <a:defRPr sz="1995"/>
            </a:lvl3pPr>
            <a:lvl4pPr marL="0" indent="0">
              <a:spcBef>
                <a:spcPts val="0"/>
              </a:spcBef>
              <a:spcAft>
                <a:spcPts val="399"/>
              </a:spcAft>
              <a:buNone/>
              <a:defRPr/>
            </a:lvl4pPr>
            <a:lvl5pPr marL="0" indent="0">
              <a:spcBef>
                <a:spcPts val="0"/>
              </a:spcBef>
              <a:spcAft>
                <a:spcPts val="399"/>
              </a:spcAft>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239274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22276" y="1239664"/>
            <a:ext cx="5570564" cy="346248"/>
          </a:xfrm>
        </p:spPr>
        <p:txBody>
          <a:bodyPr anchor="b"/>
          <a:lstStyle>
            <a:lvl1pPr marL="0" indent="0">
              <a:lnSpc>
                <a:spcPct val="90000"/>
              </a:lnSpc>
              <a:spcBef>
                <a:spcPts val="0"/>
              </a:spcBef>
              <a:buNone/>
              <a:defRPr sz="2494" b="0">
                <a:latin typeface="Segoe UI Semibold" pitchFamily="34" charset="0"/>
              </a:defRPr>
            </a:lvl1pPr>
            <a:lvl2pPr marL="456072" indent="0">
              <a:buNone/>
              <a:defRPr sz="1995" b="1"/>
            </a:lvl2pPr>
            <a:lvl3pPr marL="912145" indent="0">
              <a:buNone/>
              <a:defRPr sz="1829" b="1"/>
            </a:lvl3pPr>
            <a:lvl4pPr marL="1368216" indent="0">
              <a:buNone/>
              <a:defRPr sz="1580" b="1"/>
            </a:lvl4pPr>
            <a:lvl5pPr marL="1824291" indent="0">
              <a:buNone/>
              <a:defRPr sz="1580" b="1"/>
            </a:lvl5pPr>
            <a:lvl6pPr marL="2280363" indent="0">
              <a:buNone/>
              <a:defRPr sz="1580" b="1"/>
            </a:lvl6pPr>
            <a:lvl7pPr marL="2736435" indent="0">
              <a:buNone/>
              <a:defRPr sz="1580" b="1"/>
            </a:lvl7pPr>
            <a:lvl8pPr marL="3192507" indent="0">
              <a:buNone/>
              <a:defRPr sz="1580" b="1"/>
            </a:lvl8pPr>
            <a:lvl9pPr marL="3648579" indent="0">
              <a:buNone/>
              <a:defRPr sz="1580" b="1"/>
            </a:lvl9pPr>
          </a:lstStyle>
          <a:p>
            <a:pPr lvl="0"/>
            <a:r>
              <a:rPr lang="en-US"/>
              <a:t>Click to edit Master text styles</a:t>
            </a:r>
          </a:p>
        </p:txBody>
      </p:sp>
      <p:sp>
        <p:nvSpPr>
          <p:cNvPr id="4" name="Content Placeholder 3"/>
          <p:cNvSpPr>
            <a:spLocks noGrp="1"/>
          </p:cNvSpPr>
          <p:nvPr>
            <p:ph sz="half" idx="2"/>
          </p:nvPr>
        </p:nvSpPr>
        <p:spPr>
          <a:xfrm>
            <a:off x="411056" y="1905000"/>
            <a:ext cx="5581783" cy="1394228"/>
          </a:xfrm>
        </p:spPr>
        <p:txBody>
          <a:bodyPr/>
          <a:lstStyle>
            <a:lvl1pPr marL="281086" indent="-281086">
              <a:defRPr sz="1995"/>
            </a:lvl1pPr>
            <a:lvl2pPr marL="560853" indent="-265251">
              <a:defRPr sz="1829"/>
            </a:lvl2pPr>
            <a:lvl3pPr marL="811589" indent="-242816">
              <a:defRPr sz="1580"/>
            </a:lvl3pPr>
            <a:lvl4pPr marL="1047806" indent="-228301">
              <a:defRPr sz="1580"/>
            </a:lvl4pPr>
            <a:lvl5pPr marL="1276106" indent="-205867">
              <a:defRPr sz="1580"/>
            </a:lvl5pPr>
            <a:lvl6pPr>
              <a:defRPr sz="1580"/>
            </a:lvl6pPr>
            <a:lvl7pPr>
              <a:defRPr sz="1580"/>
            </a:lvl7pPr>
            <a:lvl8pPr>
              <a:defRPr sz="1580"/>
            </a:lvl8pPr>
            <a:lvl9pPr>
              <a:defRPr sz="15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239664"/>
            <a:ext cx="5638800" cy="346248"/>
          </a:xfrm>
        </p:spPr>
        <p:txBody>
          <a:bodyPr anchor="b"/>
          <a:lstStyle>
            <a:lvl1pPr marL="0" indent="0">
              <a:lnSpc>
                <a:spcPct val="90000"/>
              </a:lnSpc>
              <a:spcBef>
                <a:spcPts val="0"/>
              </a:spcBef>
              <a:buNone/>
              <a:defRPr sz="2494" b="1"/>
            </a:lvl1pPr>
            <a:lvl2pPr marL="456072" indent="0">
              <a:buNone/>
              <a:defRPr sz="1995" b="1"/>
            </a:lvl2pPr>
            <a:lvl3pPr marL="912145" indent="0">
              <a:buNone/>
              <a:defRPr sz="1829" b="1"/>
            </a:lvl3pPr>
            <a:lvl4pPr marL="1368216" indent="0">
              <a:buNone/>
              <a:defRPr sz="1580" b="1"/>
            </a:lvl4pPr>
            <a:lvl5pPr marL="1824291" indent="0">
              <a:buNone/>
              <a:defRPr sz="1580" b="1"/>
            </a:lvl5pPr>
            <a:lvl6pPr marL="2280363" indent="0">
              <a:buNone/>
              <a:defRPr sz="1580" b="1"/>
            </a:lvl6pPr>
            <a:lvl7pPr marL="2736435" indent="0">
              <a:buNone/>
              <a:defRPr sz="1580" b="1"/>
            </a:lvl7pPr>
            <a:lvl8pPr marL="3192507" indent="0">
              <a:buNone/>
              <a:defRPr sz="1580" b="1"/>
            </a:lvl8pPr>
            <a:lvl9pPr marL="3648579" indent="0">
              <a:buNone/>
              <a:defRPr sz="1580" b="1"/>
            </a:lvl9pPr>
          </a:lstStyle>
          <a:p>
            <a:pPr lvl="0"/>
            <a:r>
              <a:rPr lang="en-US"/>
              <a:t>Click to edit Master text styles</a:t>
            </a:r>
          </a:p>
        </p:txBody>
      </p:sp>
      <p:sp>
        <p:nvSpPr>
          <p:cNvPr id="6" name="Content Placeholder 5"/>
          <p:cNvSpPr>
            <a:spLocks noGrp="1"/>
          </p:cNvSpPr>
          <p:nvPr>
            <p:ph sz="quarter" idx="4"/>
          </p:nvPr>
        </p:nvSpPr>
        <p:spPr>
          <a:xfrm>
            <a:off x="6181727" y="1905001"/>
            <a:ext cx="5608493" cy="1394228"/>
          </a:xfrm>
        </p:spPr>
        <p:txBody>
          <a:bodyPr/>
          <a:lstStyle>
            <a:lvl1pPr marL="295602" indent="-295602">
              <a:defRPr sz="1995"/>
            </a:lvl1pPr>
            <a:lvl2pPr marL="568771" indent="-273169">
              <a:defRPr sz="1829"/>
            </a:lvl2pPr>
            <a:lvl3pPr marL="819505" indent="-244136">
              <a:defRPr sz="1580"/>
            </a:lvl3pPr>
            <a:lvl4pPr marL="1047806" indent="-236219">
              <a:defRPr sz="1580"/>
            </a:lvl4pPr>
            <a:lvl5pPr marL="1276106" indent="-220383">
              <a:defRPr sz="1580"/>
            </a:lvl5pPr>
            <a:lvl6pPr>
              <a:defRPr sz="1580"/>
            </a:lvl6pPr>
            <a:lvl7pPr>
              <a:defRPr sz="1580"/>
            </a:lvl7pPr>
            <a:lvl8pPr>
              <a:defRPr sz="1580"/>
            </a:lvl8pPr>
            <a:lvl9pPr>
              <a:defRPr sz="15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590215" y="6344945"/>
            <a:ext cx="1371600" cy="436856"/>
          </a:xfrm>
          <a:prstGeom prst="rect">
            <a:avLst/>
          </a:prstGeom>
        </p:spPr>
      </p:pic>
    </p:spTree>
    <p:extLst>
      <p:ext uri="{BB962C8B-B14F-4D97-AF65-F5344CB8AC3E}">
        <p14:creationId xmlns:p14="http://schemas.microsoft.com/office/powerpoint/2010/main" val="344106159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1188" y="1449390"/>
            <a:ext cx="5397500" cy="1742015"/>
          </a:xfrm>
          <a:prstGeom prst="rect">
            <a:avLst/>
          </a:prstGeom>
        </p:spPr>
        <p:txBody>
          <a:bodyPr/>
          <a:lstStyle>
            <a:lvl1pPr marL="228097" indent="-228097">
              <a:lnSpc>
                <a:spcPct val="90000"/>
              </a:lnSpc>
              <a:defRPr sz="2794">
                <a:latin typeface="Segoe UI" pitchFamily="34" charset="0"/>
              </a:defRPr>
            </a:lvl1pPr>
            <a:lvl2pPr marL="456194" indent="-228097">
              <a:lnSpc>
                <a:spcPct val="90000"/>
              </a:lnSpc>
              <a:defRPr sz="2395"/>
            </a:lvl2pPr>
            <a:lvl3pPr marL="684291" indent="-228097">
              <a:lnSpc>
                <a:spcPct val="90000"/>
              </a:lnSpc>
              <a:defRPr sz="1996"/>
            </a:lvl3pPr>
            <a:lvl4pPr marL="912388" indent="-228097">
              <a:lnSpc>
                <a:spcPct val="90000"/>
              </a:lnSpc>
              <a:defRPr sz="1796"/>
            </a:lvl4pPr>
            <a:lvl5pPr marL="1089797" indent="-177409">
              <a:lnSpc>
                <a:spcPct val="90000"/>
              </a:lnSpc>
              <a:defRPr sz="1796"/>
            </a:lvl5pPr>
            <a:lvl6pPr>
              <a:defRPr sz="1796"/>
            </a:lvl6pPr>
            <a:lvl7pPr>
              <a:defRPr sz="1796"/>
            </a:lvl7pPr>
            <a:lvl8pPr>
              <a:defRPr sz="1796"/>
            </a:lvl8pPr>
            <a:lvl9pPr>
              <a:defRPr sz="179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3414" y="1449390"/>
            <a:ext cx="5399087" cy="1742015"/>
          </a:xfrm>
          <a:prstGeom prst="rect">
            <a:avLst/>
          </a:prstGeom>
        </p:spPr>
        <p:txBody>
          <a:bodyPr/>
          <a:lstStyle>
            <a:lvl1pPr marL="228097" indent="-228097">
              <a:lnSpc>
                <a:spcPct val="90000"/>
              </a:lnSpc>
              <a:defRPr sz="2794">
                <a:latin typeface="Segoe UI" pitchFamily="34" charset="0"/>
              </a:defRPr>
            </a:lvl1pPr>
            <a:lvl2pPr marL="456194" indent="-228097">
              <a:lnSpc>
                <a:spcPct val="90000"/>
              </a:lnSpc>
              <a:defRPr sz="2395"/>
            </a:lvl2pPr>
            <a:lvl3pPr marL="684291" indent="-228097">
              <a:lnSpc>
                <a:spcPct val="90000"/>
              </a:lnSpc>
              <a:defRPr sz="1996"/>
            </a:lvl3pPr>
            <a:lvl4pPr marL="912388" indent="-228097">
              <a:lnSpc>
                <a:spcPct val="90000"/>
              </a:lnSpc>
              <a:defRPr sz="1796"/>
            </a:lvl4pPr>
            <a:lvl5pPr marL="1089797" indent="-177409">
              <a:lnSpc>
                <a:spcPct val="90000"/>
              </a:lnSpc>
              <a:defRPr sz="1796"/>
            </a:lvl5pPr>
            <a:lvl6pPr>
              <a:defRPr sz="1796"/>
            </a:lvl6pPr>
            <a:lvl7pPr>
              <a:defRPr sz="1796"/>
            </a:lvl7pPr>
            <a:lvl8pPr>
              <a:defRPr sz="1796"/>
            </a:lvl8pPr>
            <a:lvl9pPr>
              <a:defRPr sz="179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8094498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2278" y="436565"/>
            <a:ext cx="11398250" cy="450123"/>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422278" y="1198565"/>
            <a:ext cx="11398250" cy="13378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590213" y="6344945"/>
            <a:ext cx="1371600" cy="436856"/>
          </a:xfrm>
          <a:prstGeom prst="rect">
            <a:avLst/>
          </a:prstGeom>
        </p:spPr>
      </p:pic>
    </p:spTree>
    <p:extLst>
      <p:ext uri="{BB962C8B-B14F-4D97-AF65-F5344CB8AC3E}">
        <p14:creationId xmlns:p14="http://schemas.microsoft.com/office/powerpoint/2010/main" val="892953727"/>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566698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Conten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08715" y="3319887"/>
            <a:ext cx="5980112" cy="332527"/>
          </a:xfrm>
        </p:spPr>
        <p:txBody>
          <a:bodyPr lIns="182611" anchor="ctr"/>
          <a:lstStyle>
            <a:lvl1pPr marL="0" indent="0" algn="l">
              <a:buNone/>
              <a:defRPr/>
            </a:lvl1pPr>
          </a:lstStyle>
          <a:p>
            <a:r>
              <a:rPr lang="en-US" dirty="0"/>
              <a:t>Click to insert photo.</a:t>
            </a:r>
          </a:p>
        </p:txBody>
      </p:sp>
      <p:sp>
        <p:nvSpPr>
          <p:cNvPr id="3" name="Text Placeholder 2"/>
          <p:cNvSpPr>
            <a:spLocks noGrp="1"/>
          </p:cNvSpPr>
          <p:nvPr>
            <p:ph type="body" idx="1" hasCustomPrompt="1"/>
          </p:nvPr>
        </p:nvSpPr>
        <p:spPr>
          <a:xfrm>
            <a:off x="520700" y="1447802"/>
            <a:ext cx="5433533" cy="1178443"/>
          </a:xfrm>
          <a:prstGeom prst="rect">
            <a:avLst/>
          </a:prstGeom>
        </p:spPr>
        <p:txBody>
          <a:bodyPr>
            <a:noAutofit/>
          </a:bodyPr>
          <a:lstStyle>
            <a:lvl1pPr marL="0" indent="0">
              <a:spcBef>
                <a:spcPts val="900"/>
              </a:spcBef>
              <a:buNone/>
              <a:defRPr sz="3000" b="0" cap="none" baseline="0">
                <a:solidFill>
                  <a:schemeClr val="tx2"/>
                </a:solidFill>
                <a:latin typeface="+mj-lt"/>
              </a:defRPr>
            </a:lvl1pPr>
            <a:lvl2pPr marL="456449" indent="0">
              <a:buNone/>
              <a:defRPr sz="2025" b="1"/>
            </a:lvl2pPr>
            <a:lvl3pPr marL="912899" indent="0">
              <a:buNone/>
              <a:defRPr sz="1800" b="1"/>
            </a:lvl3pPr>
            <a:lvl4pPr marL="1369349" indent="0">
              <a:buNone/>
              <a:defRPr sz="1575" b="1"/>
            </a:lvl4pPr>
            <a:lvl5pPr marL="1825798" indent="0">
              <a:buNone/>
              <a:defRPr sz="1575" b="1"/>
            </a:lvl5pPr>
            <a:lvl6pPr marL="2282248" indent="0">
              <a:buNone/>
              <a:defRPr sz="1575" b="1"/>
            </a:lvl6pPr>
            <a:lvl7pPr marL="2738697" indent="0">
              <a:buNone/>
              <a:defRPr sz="1575" b="1"/>
            </a:lvl7pPr>
            <a:lvl8pPr marL="3195146" indent="0">
              <a:buNone/>
              <a:defRPr sz="1575" b="1"/>
            </a:lvl8pPr>
            <a:lvl9pPr marL="3651596" indent="0">
              <a:buNone/>
              <a:defRPr sz="1575" b="1"/>
            </a:lvl9pPr>
          </a:lstStyle>
          <a:p>
            <a:pPr lvl="0"/>
            <a:r>
              <a:rPr lang="en-US" dirty="0"/>
              <a:t>Click to edit Master text styles.</a:t>
            </a:r>
          </a:p>
        </p:txBody>
      </p:sp>
      <p:sp>
        <p:nvSpPr>
          <p:cNvPr id="10" name="Slide Number Placeholder 9"/>
          <p:cNvSpPr>
            <a:spLocks noGrp="1"/>
          </p:cNvSpPr>
          <p:nvPr>
            <p:ph type="sldNum" sz="quarter" idx="12"/>
          </p:nvPr>
        </p:nvSpPr>
        <p:spPr>
          <a:xfrm>
            <a:off x="520700" y="6399557"/>
            <a:ext cx="560686" cy="219456"/>
          </a:xfrm>
          <a:prstGeom prst="rect">
            <a:avLst/>
          </a:prstGeom>
        </p:spPr>
        <p:txBody>
          <a:bodyPr lIns="121720" tIns="60860" rIns="121720" bIns="60860" anchor="ctr"/>
          <a:lstStyle>
            <a:lvl1pPr algn="l">
              <a:defRPr sz="1200">
                <a:gradFill>
                  <a:gsLst>
                    <a:gs pos="100000">
                      <a:schemeClr val="bg2"/>
                    </a:gs>
                    <a:gs pos="0">
                      <a:schemeClr val="bg2"/>
                    </a:gs>
                  </a:gsLst>
                  <a:lin ang="5400000" scaled="0"/>
                </a:gradFill>
              </a:defRPr>
            </a:lvl1pPr>
          </a:lstStyle>
          <a:p>
            <a:pPr defTabSz="914400"/>
            <a:fld id="{727B4C2D-45E2-4621-8491-2995EB46A674}" type="slidenum">
              <a:rPr lang="en-US" smtClean="0">
                <a:gradFill>
                  <a:gsLst>
                    <a:gs pos="100000">
                      <a:srgbClr val="EAEEFB"/>
                    </a:gs>
                    <a:gs pos="0">
                      <a:srgbClr val="EAEEFB"/>
                    </a:gs>
                  </a:gsLst>
                  <a:lin ang="5400000" scaled="0"/>
                </a:gradFill>
              </a:rPr>
              <a:pPr defTabSz="914400"/>
              <a:t>‹#›</a:t>
            </a:fld>
            <a:endParaRPr lang="en-US" dirty="0">
              <a:gradFill>
                <a:gsLst>
                  <a:gs pos="100000">
                    <a:srgbClr val="EAEEFB"/>
                  </a:gs>
                  <a:gs pos="0">
                    <a:srgbClr val="EAEEFB"/>
                  </a:gs>
                </a:gsLst>
                <a:lin ang="5400000" scaled="0"/>
              </a:gradFill>
            </a:endParaRPr>
          </a:p>
        </p:txBody>
      </p:sp>
      <p:sp>
        <p:nvSpPr>
          <p:cNvPr id="9" name="Content Placeholder 5"/>
          <p:cNvSpPr>
            <a:spLocks noGrp="1"/>
          </p:cNvSpPr>
          <p:nvPr>
            <p:ph sz="quarter" idx="13"/>
          </p:nvPr>
        </p:nvSpPr>
        <p:spPr>
          <a:xfrm>
            <a:off x="520702" y="2734989"/>
            <a:ext cx="5444165" cy="609399"/>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4674" indent="-285281">
              <a:defRPr lang="en-US" sz="1575" kern="1200" dirty="0" smtClean="0">
                <a:solidFill>
                  <a:schemeClr val="bg2">
                    <a:lumMod val="50000"/>
                  </a:schemeClr>
                </a:solidFill>
                <a:latin typeface="+mn-lt"/>
                <a:ea typeface="+mn-ea"/>
                <a:cs typeface="Arial" pitchFamily="34" charset="0"/>
              </a:defRPr>
            </a:lvl2pPr>
            <a:lvl3pPr marL="684674" indent="-171169">
              <a:defRPr lang="en-US" sz="1425" kern="1200" dirty="0" smtClean="0">
                <a:solidFill>
                  <a:schemeClr val="bg2">
                    <a:lumMod val="50000"/>
                  </a:schemeClr>
                </a:solidFill>
                <a:latin typeface="+mn-lt"/>
                <a:ea typeface="+mn-ea"/>
                <a:cs typeface="Arial" pitchFamily="34" charset="0"/>
              </a:defRPr>
            </a:lvl3pPr>
            <a:lvl4pPr marL="912899" indent="-171169">
              <a:defRPr lang="en-US" sz="1200" kern="1200" dirty="0" smtClean="0">
                <a:solidFill>
                  <a:schemeClr val="bg2">
                    <a:lumMod val="50000"/>
                  </a:schemeClr>
                </a:solidFill>
                <a:latin typeface="+mn-lt"/>
                <a:ea typeface="+mn-ea"/>
                <a:cs typeface="Arial" pitchFamily="34" charset="0"/>
              </a:defRPr>
            </a:lvl4pPr>
            <a:lvl5pPr marL="1084068" indent="-171169">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Click to edit Master text styles</a:t>
            </a:r>
          </a:p>
        </p:txBody>
      </p:sp>
      <p:sp>
        <p:nvSpPr>
          <p:cNvPr id="11" name="TextBox 10"/>
          <p:cNvSpPr txBox="1"/>
          <p:nvPr/>
        </p:nvSpPr>
        <p:spPr>
          <a:xfrm>
            <a:off x="10615310" y="6186238"/>
            <a:ext cx="1521272" cy="450123"/>
          </a:xfrm>
          <a:prstGeom prst="rect">
            <a:avLst/>
          </a:prstGeom>
          <a:noFill/>
        </p:spPr>
        <p:txBody>
          <a:bodyPr wrap="square" lIns="0" tIns="0" rIns="0" bIns="0" rtlCol="0" anchor="ctr">
            <a:spAutoFit/>
          </a:bodyPr>
          <a:lstStyle/>
          <a:p>
            <a:pPr algn="ctr" defTabSz="914400"/>
            <a:r>
              <a:rPr lang="en-US" sz="2925" spc="-53" dirty="0">
                <a:solidFill>
                  <a:srgbClr val="3955A1"/>
                </a:solidFill>
                <a:latin typeface="Segoe Pro" pitchFamily="34" charset="0"/>
              </a:rPr>
              <a:t>Visio</a:t>
            </a:r>
          </a:p>
        </p:txBody>
      </p:sp>
    </p:spTree>
    <p:extLst>
      <p:ext uri="{BB962C8B-B14F-4D97-AF65-F5344CB8AC3E}">
        <p14:creationId xmlns:p14="http://schemas.microsoft.com/office/powerpoint/2010/main" val="19010694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09809" y="2441486"/>
            <a:ext cx="5369208" cy="1975031"/>
          </a:xfrm>
          <a:prstGeom prst="rect">
            <a:avLst/>
          </a:prstGeom>
        </p:spPr>
      </p:pic>
    </p:spTree>
    <p:extLst>
      <p:ext uri="{BB962C8B-B14F-4D97-AF65-F5344CB8AC3E}">
        <p14:creationId xmlns:p14="http://schemas.microsoft.com/office/powerpoint/2010/main" val="300543456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1"/>
            <a:ext cx="11149013" cy="519501"/>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9113" y="1447800"/>
            <a:ext cx="11149013" cy="713144"/>
          </a:xfrm>
        </p:spPr>
        <p:txBody>
          <a:bodyPr/>
          <a:lstStyle>
            <a:lvl1pPr marL="0" indent="0">
              <a:spcBef>
                <a:spcPts val="0"/>
              </a:spcBef>
              <a:spcAft>
                <a:spcPts val="675"/>
              </a:spcAft>
              <a:buNone/>
              <a:defRPr sz="3001" spc="-75" baseline="0">
                <a:latin typeface="Segoe UI Light" pitchFamily="34" charset="0"/>
              </a:defRPr>
            </a:lvl1pPr>
            <a:lvl2pPr marL="0" indent="0">
              <a:spcBef>
                <a:spcPts val="0"/>
              </a:spcBef>
              <a:spcAft>
                <a:spcPts val="300"/>
              </a:spcAft>
              <a:buNone/>
              <a:defRPr sz="1500" spc="-38" baseline="0"/>
            </a:lvl2pPr>
            <a:lvl3pPr marL="0" indent="0">
              <a:spcBef>
                <a:spcPts val="0"/>
              </a:spcBef>
              <a:spcAft>
                <a:spcPts val="300"/>
              </a:spcAft>
              <a:buNone/>
              <a:defRPr sz="1500"/>
            </a:lvl3pPr>
            <a:lvl4pPr marL="0" indent="0">
              <a:spcBef>
                <a:spcPts val="0"/>
              </a:spcBef>
              <a:spcAft>
                <a:spcPts val="300"/>
              </a:spcAft>
              <a:buNone/>
              <a:defRPr/>
            </a:lvl4pPr>
            <a:lvl5pPr marL="0" indent="0">
              <a:spcBef>
                <a:spcPts val="0"/>
              </a:spcBef>
              <a:spcAft>
                <a:spcPts val="300"/>
              </a:spcAft>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75314490"/>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1"/>
            <a:ext cx="11149013" cy="519501"/>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9113" y="1447801"/>
            <a:ext cx="11149013" cy="15006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9596360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19113" y="1447801"/>
            <a:ext cx="11149013" cy="150066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6083970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212534954"/>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89748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Video">
    <p:spTree>
      <p:nvGrpSpPr>
        <p:cNvPr id="1" name=""/>
        <p:cNvGrpSpPr/>
        <p:nvPr/>
      </p:nvGrpSpPr>
      <p:grpSpPr>
        <a:xfrm>
          <a:off x="0" y="0"/>
          <a:ext cx="0" cy="0"/>
          <a:chOff x="0" y="0"/>
          <a:chExt cx="0" cy="0"/>
        </a:xfrm>
      </p:grpSpPr>
      <p:sp>
        <p:nvSpPr>
          <p:cNvPr id="3" name="Title 2"/>
          <p:cNvSpPr txBox="1">
            <a:spLocks/>
          </p:cNvSpPr>
          <p:nvPr/>
        </p:nvSpPr>
        <p:spPr>
          <a:xfrm>
            <a:off x="508541" y="2219475"/>
            <a:ext cx="5897394" cy="685701"/>
          </a:xfrm>
          <a:prstGeom prst="rect">
            <a:avLst/>
          </a:prstGeom>
        </p:spPr>
        <p:txBody>
          <a:bodyPr vert="horz" wrap="square" lIns="0" tIns="0" rIns="0" bIns="0" rtlCol="0" anchor="t">
            <a:spAutoFit/>
          </a:bodyPr>
          <a:lstStyle>
            <a:lvl1pPr algn="l" defTabSz="1097418" rtl="0" eaLnBrk="1" latinLnBrk="0" hangingPunct="1">
              <a:lnSpc>
                <a:spcPct val="90000"/>
              </a:lnSpc>
              <a:spcBef>
                <a:spcPct val="0"/>
              </a:spcBef>
              <a:buNone/>
              <a:defRPr lang="en-US" sz="3800" b="0" kern="1200" cap="none" spc="-120" baseline="0" dirty="0" smtClean="0">
                <a:ln w="3175">
                  <a:noFill/>
                </a:ln>
                <a:solidFill>
                  <a:srgbClr val="EE7816">
                    <a:alpha val="99000"/>
                  </a:srgbClr>
                </a:solidFill>
                <a:effectLst/>
                <a:latin typeface="+mj-lt"/>
                <a:ea typeface="+mn-ea"/>
                <a:cs typeface="Arial" charset="0"/>
              </a:defRPr>
            </a:lvl1pPr>
          </a:lstStyle>
          <a:p>
            <a:r>
              <a:rPr sz="4951" b="1">
                <a:solidFill>
                  <a:srgbClr val="FFFFFF">
                    <a:lumMod val="75000"/>
                    <a:alpha val="99000"/>
                  </a:srgbClr>
                </a:solidFill>
                <a:latin typeface="Segoe UI" pitchFamily="34" charset="0"/>
                <a:ea typeface="Segoe UI" pitchFamily="34" charset="0"/>
                <a:cs typeface="Segoe UI" pitchFamily="34" charset="0"/>
              </a:rPr>
              <a:t>video</a:t>
            </a:r>
          </a:p>
        </p:txBody>
      </p:sp>
      <p:sp>
        <p:nvSpPr>
          <p:cNvPr id="6" name="Date Placeholder 3"/>
          <p:cNvSpPr txBox="1">
            <a:spLocks/>
          </p:cNvSpPr>
          <p:nvPr/>
        </p:nvSpPr>
        <p:spPr>
          <a:xfrm>
            <a:off x="8610768" y="6647317"/>
            <a:ext cx="3245524" cy="210251"/>
          </a:xfrm>
          <a:prstGeom prst="rect">
            <a:avLst/>
          </a:prstGeom>
        </p:spPr>
        <p:txBody>
          <a:bodyPr lIns="0" tIns="0" rIns="0" bIns="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00" dirty="0">
                <a:solidFill>
                  <a:srgbClr val="000000">
                    <a:lumMod val="65000"/>
                    <a:lumOff val="35000"/>
                  </a:srgbClr>
                </a:solidFill>
              </a:rPr>
              <a:t>Copyright© 2012 Microsoft Corporation</a:t>
            </a:r>
          </a:p>
        </p:txBody>
      </p:sp>
      <p:sp>
        <p:nvSpPr>
          <p:cNvPr id="7" name="Rectangle 6"/>
          <p:cNvSpPr/>
          <p:nvPr/>
        </p:nvSpPr>
        <p:spPr>
          <a:xfrm>
            <a:off x="5680156" y="6647317"/>
            <a:ext cx="751809" cy="92333"/>
          </a:xfrm>
          <a:prstGeom prst="rect">
            <a:avLst/>
          </a:prstGeom>
        </p:spPr>
        <p:txBody>
          <a:bodyPr wrap="none" lIns="0" tIns="0" rIns="0" bIns="0" anchor="t" anchorCtr="0">
            <a:spAutoFit/>
          </a:bodyPr>
          <a:lstStyle/>
          <a:p>
            <a:pPr defTabSz="914400"/>
            <a:r>
              <a:rPr lang="en-US" sz="600" b="1" dirty="0">
                <a:solidFill>
                  <a:srgbClr val="000000">
                    <a:lumMod val="65000"/>
                    <a:lumOff val="35000"/>
                  </a:srgbClr>
                </a:solidFill>
              </a:rPr>
              <a:t>NDA Disclosure Only</a:t>
            </a:r>
          </a:p>
        </p:txBody>
      </p:sp>
    </p:spTree>
    <p:extLst>
      <p:ext uri="{BB962C8B-B14F-4D97-AF65-F5344CB8AC3E}">
        <p14:creationId xmlns:p14="http://schemas.microsoft.com/office/powerpoint/2010/main" val="47757640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3" y="1447801"/>
            <a:ext cx="11149013" cy="1500667"/>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357680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3" y="1447801"/>
            <a:ext cx="11149013" cy="1500667"/>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78"/>
            <a:ext cx="12188826" cy="619125"/>
          </a:xfrm>
          <a:solidFill>
            <a:srgbClr val="FFFF99"/>
          </a:solidFill>
        </p:spPr>
        <p:txBody>
          <a:bodyPr wrap="square" lIns="152394" tIns="76197" rIns="152394" bIns="76197" anchor="b" anchorCtr="0">
            <a:noAutofit/>
          </a:bodyPr>
          <a:lstStyle>
            <a:lvl1pPr algn="r">
              <a:buFont typeface="Arial" pitchFamily="34" charset="0"/>
              <a:buNone/>
              <a:defRPr spc="-38"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136675261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itle and Content - No bullets - Copyrigh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22275" y="436418"/>
            <a:ext cx="11398251" cy="363561"/>
          </a:xfrm>
        </p:spPr>
        <p:txBody>
          <a:bodyPr/>
          <a:lstStyle>
            <a:lvl1pPr algn="l" defTabSz="685877" rtl="0" eaLnBrk="1" latinLnBrk="0" hangingPunct="1">
              <a:lnSpc>
                <a:spcPct val="90000"/>
              </a:lnSpc>
              <a:spcBef>
                <a:spcPct val="0"/>
              </a:spcBef>
              <a:buNone/>
              <a:defRPr lang="en-US" sz="2625" b="0" kern="1200" cap="none" spc="0" baseline="0" dirty="0">
                <a:ln w="3175">
                  <a:noFill/>
                </a:ln>
                <a:solidFill>
                  <a:schemeClr val="tx2">
                    <a:alpha val="99000"/>
                  </a:schemeClr>
                </a:solidFill>
                <a:effectLst/>
                <a:latin typeface="Segoe UI Light" pitchFamily="34" charset="0"/>
                <a:ea typeface="+mn-ea"/>
                <a:cs typeface="Arial" charset="0"/>
              </a:defRPr>
            </a:lvl1pPr>
          </a:lstStyle>
          <a:p>
            <a:r>
              <a:rPr lang="en-US" dirty="0"/>
              <a:t>Visio Colors</a:t>
            </a:r>
          </a:p>
        </p:txBody>
      </p:sp>
      <p:sp>
        <p:nvSpPr>
          <p:cNvPr id="4" name="Slide Number Placeholder 4"/>
          <p:cNvSpPr>
            <a:spLocks noGrp="1"/>
          </p:cNvSpPr>
          <p:nvPr>
            <p:ph type="sldNum" sz="quarter" idx="4"/>
          </p:nvPr>
        </p:nvSpPr>
        <p:spPr>
          <a:xfrm>
            <a:off x="415289" y="6266659"/>
            <a:ext cx="399417" cy="365125"/>
          </a:xfrm>
          <a:prstGeom prst="rect">
            <a:avLst/>
          </a:prstGeom>
        </p:spPr>
        <p:txBody>
          <a:bodyPr vert="horz" wrap="square" lIns="109746" tIns="54873" rIns="109746" bIns="54873" numCol="1" anchor="ctr" anchorCtr="0" compatLnSpc="1">
            <a:prstTxWarp prst="textNoShape">
              <a:avLst/>
            </a:prstTxWarp>
          </a:bodyPr>
          <a:lstStyle>
            <a:lvl1pPr>
              <a:defRPr sz="875">
                <a:solidFill>
                  <a:srgbClr val="898989"/>
                </a:solidFill>
                <a:latin typeface="Segoe UI" pitchFamily="-65" charset="-52"/>
              </a:defRPr>
            </a:lvl1pPr>
          </a:lstStyle>
          <a:p>
            <a:pPr defTabSz="914400"/>
            <a:fld id="{B6F15528-21DE-4FAA-801E-634DDDAF4B2B}" type="slidenum">
              <a:rPr lang="en-US" smtClean="0"/>
              <a:pPr defTabSz="914400"/>
              <a:t>‹#›</a:t>
            </a:fld>
            <a:endParaRPr lang="en-US"/>
          </a:p>
        </p:txBody>
      </p:sp>
      <p:grpSp>
        <p:nvGrpSpPr>
          <p:cNvPr id="7" name="Group 6"/>
          <p:cNvGrpSpPr/>
          <p:nvPr/>
        </p:nvGrpSpPr>
        <p:grpSpPr>
          <a:xfrm>
            <a:off x="8379819" y="4301233"/>
            <a:ext cx="4215839" cy="2556769"/>
            <a:chOff x="9722475" y="5348246"/>
            <a:chExt cx="5060325" cy="3068123"/>
          </a:xfrm>
          <a:scene3d>
            <a:camera prst="isometricTopUp"/>
            <a:lightRig rig="threePt" dir="t"/>
          </a:scene3d>
        </p:grpSpPr>
        <p:grpSp>
          <p:nvGrpSpPr>
            <p:cNvPr id="8" name="Group 7"/>
            <p:cNvGrpSpPr/>
            <p:nvPr/>
          </p:nvGrpSpPr>
          <p:grpSpPr>
            <a:xfrm rot="1528336">
              <a:off x="9722475" y="5348246"/>
              <a:ext cx="3240214" cy="3068123"/>
              <a:chOff x="9621476" y="2006068"/>
              <a:chExt cx="3240214" cy="3068123"/>
            </a:xfrm>
            <a:solidFill>
              <a:schemeClr val="accent5"/>
            </a:solidFill>
          </p:grpSpPr>
          <p:sp>
            <p:nvSpPr>
              <p:cNvPr id="10" name="Rectangle 9"/>
              <p:cNvSpPr/>
              <p:nvPr/>
            </p:nvSpPr>
            <p:spPr bwMode="auto">
              <a:xfrm>
                <a:off x="9621476" y="3987268"/>
                <a:ext cx="1190439" cy="1086923"/>
              </a:xfrm>
              <a:prstGeom prst="rect">
                <a:avLst/>
              </a:prstGeom>
              <a:solidFill>
                <a:srgbClr val="000000">
                  <a:alpha val="5098"/>
                </a:srgbClr>
              </a:solid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571304"/>
                <a:endParaRPr lang="en-US" sz="1125" dirty="0">
                  <a:gradFill>
                    <a:gsLst>
                      <a:gs pos="0">
                        <a:srgbClr val="FFFFFF"/>
                      </a:gs>
                      <a:gs pos="100000">
                        <a:srgbClr val="FFFFFF"/>
                      </a:gs>
                    </a:gsLst>
                    <a:lin ang="5400000" scaled="0"/>
                  </a:gradFill>
                </a:endParaRPr>
              </a:p>
            </p:txBody>
          </p:sp>
          <p:sp>
            <p:nvSpPr>
              <p:cNvPr id="11" name="Flowchart: Decision 10"/>
              <p:cNvSpPr/>
              <p:nvPr/>
            </p:nvSpPr>
            <p:spPr bwMode="auto">
              <a:xfrm>
                <a:off x="11688932" y="2006068"/>
                <a:ext cx="1172758" cy="1196213"/>
              </a:xfrm>
              <a:prstGeom prst="flowChartDecision">
                <a:avLst/>
              </a:prstGeom>
              <a:solidFill>
                <a:srgbClr val="000000">
                  <a:alpha val="5098"/>
                </a:srgbClr>
              </a:solid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defTabSz="571304"/>
                <a:endParaRPr lang="en-US" sz="1125" dirty="0">
                  <a:gradFill>
                    <a:gsLst>
                      <a:gs pos="0">
                        <a:srgbClr val="FFFFFF"/>
                      </a:gs>
                      <a:gs pos="100000">
                        <a:srgbClr val="FFFFFF"/>
                      </a:gs>
                    </a:gsLst>
                    <a:lin ang="5400000" scaled="0"/>
                  </a:gradFill>
                </a:endParaRPr>
              </a:p>
            </p:txBody>
          </p:sp>
          <p:cxnSp>
            <p:nvCxnSpPr>
              <p:cNvPr id="12" name="Elbow Connector 11"/>
              <p:cNvCxnSpPr>
                <a:stCxn id="10" idx="3"/>
                <a:endCxn id="11" idx="2"/>
              </p:cNvCxnSpPr>
              <p:nvPr/>
            </p:nvCxnSpPr>
            <p:spPr>
              <a:xfrm flipV="1">
                <a:off x="10811915" y="3202281"/>
                <a:ext cx="1463396" cy="1328449"/>
              </a:xfrm>
              <a:prstGeom prst="bentConnector2">
                <a:avLst/>
              </a:prstGeom>
              <a:grpFill/>
              <a:ln w="133350">
                <a:solidFill>
                  <a:srgbClr val="2473A8">
                    <a:alpha val="5000"/>
                  </a:srgbClr>
                </a:solidFill>
                <a:prstDash val="sysDot"/>
              </a:ln>
            </p:spPr>
            <p:style>
              <a:lnRef idx="1">
                <a:schemeClr val="accent1"/>
              </a:lnRef>
              <a:fillRef idx="0">
                <a:schemeClr val="accent1"/>
              </a:fillRef>
              <a:effectRef idx="0">
                <a:schemeClr val="accent1"/>
              </a:effectRef>
              <a:fontRef idx="minor">
                <a:schemeClr val="tx1"/>
              </a:fontRef>
            </p:style>
          </p:cxnSp>
        </p:grpSp>
        <p:cxnSp>
          <p:nvCxnSpPr>
            <p:cNvPr id="9" name="Straight Connector 8"/>
            <p:cNvCxnSpPr>
              <a:stCxn id="11" idx="3"/>
            </p:cNvCxnSpPr>
            <p:nvPr/>
          </p:nvCxnSpPr>
          <p:spPr>
            <a:xfrm>
              <a:off x="13207734" y="6734100"/>
              <a:ext cx="1575066" cy="733500"/>
            </a:xfrm>
            <a:prstGeom prst="line">
              <a:avLst/>
            </a:prstGeom>
            <a:grpFill/>
            <a:ln w="133350">
              <a:solidFill>
                <a:srgbClr val="2473A8">
                  <a:alpha val="5000"/>
                </a:srgb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3" name="Group 2"/>
          <p:cNvGrpSpPr/>
          <p:nvPr/>
        </p:nvGrpSpPr>
        <p:grpSpPr>
          <a:xfrm>
            <a:off x="504141" y="1527954"/>
            <a:ext cx="10881610" cy="418835"/>
            <a:chOff x="2121753" y="4585784"/>
            <a:chExt cx="7717997" cy="297067"/>
          </a:xfrm>
        </p:grpSpPr>
        <p:sp>
          <p:nvSpPr>
            <p:cNvPr id="13" name="Rectangle 12"/>
            <p:cNvSpPr/>
            <p:nvPr/>
          </p:nvSpPr>
          <p:spPr bwMode="auto">
            <a:xfrm>
              <a:off x="2121753" y="4585784"/>
              <a:ext cx="896817" cy="297067"/>
            </a:xfrm>
            <a:prstGeom prst="rect">
              <a:avLst/>
            </a:prstGeom>
            <a:solidFill>
              <a:srgbClr val="25408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defTabSz="914400"/>
              <a:r>
                <a:rPr lang="en-US" sz="825" dirty="0">
                  <a:solidFill>
                    <a:srgbClr val="FFFFFF"/>
                  </a:solidFill>
                  <a:latin typeface="Segoe Pro" pitchFamily="34" charset="0"/>
                </a:rPr>
                <a:t>37-64-141</a:t>
              </a:r>
            </a:p>
          </p:txBody>
        </p:sp>
        <p:sp>
          <p:nvSpPr>
            <p:cNvPr id="16" name="Rectangle 15"/>
            <p:cNvSpPr/>
            <p:nvPr/>
          </p:nvSpPr>
          <p:spPr bwMode="auto">
            <a:xfrm>
              <a:off x="3242446" y="4585784"/>
              <a:ext cx="896817" cy="297067"/>
            </a:xfrm>
            <a:prstGeom prst="rect">
              <a:avLst/>
            </a:prstGeom>
            <a:solidFill>
              <a:srgbClr val="3955A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defTabSz="914400"/>
              <a:r>
                <a:rPr lang="en-US" sz="825" dirty="0">
                  <a:solidFill>
                    <a:srgbClr val="FFFFFF"/>
                  </a:solidFill>
                  <a:latin typeface="Segoe Pro" pitchFamily="34" charset="0"/>
                </a:rPr>
                <a:t>57-85-161</a:t>
              </a:r>
            </a:p>
          </p:txBody>
        </p:sp>
        <p:sp>
          <p:nvSpPr>
            <p:cNvPr id="17" name="Rectangle 16"/>
            <p:cNvSpPr/>
            <p:nvPr/>
          </p:nvSpPr>
          <p:spPr bwMode="auto">
            <a:xfrm>
              <a:off x="4363139" y="4585784"/>
              <a:ext cx="896817" cy="297067"/>
            </a:xfrm>
            <a:prstGeom prst="rect">
              <a:avLst/>
            </a:prstGeom>
            <a:solidFill>
              <a:srgbClr val="4D6AB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defTabSz="914400"/>
              <a:r>
                <a:rPr lang="en-US" sz="825" dirty="0">
                  <a:solidFill>
                    <a:srgbClr val="FFFFFF"/>
                  </a:solidFill>
                  <a:latin typeface="Segoe Pro" pitchFamily="34" charset="0"/>
                </a:rPr>
                <a:t>77-106-182</a:t>
              </a:r>
            </a:p>
          </p:txBody>
        </p:sp>
        <p:grpSp>
          <p:nvGrpSpPr>
            <p:cNvPr id="2" name="Group 1"/>
            <p:cNvGrpSpPr/>
            <p:nvPr/>
          </p:nvGrpSpPr>
          <p:grpSpPr>
            <a:xfrm>
              <a:off x="5483832" y="4585784"/>
              <a:ext cx="1793634" cy="297067"/>
              <a:chOff x="5436731" y="3656029"/>
              <a:chExt cx="1793634" cy="297067"/>
            </a:xfrm>
          </p:grpSpPr>
          <p:sp>
            <p:nvSpPr>
              <p:cNvPr id="18" name="Rectangle 17"/>
              <p:cNvSpPr/>
              <p:nvPr/>
            </p:nvSpPr>
            <p:spPr bwMode="auto">
              <a:xfrm>
                <a:off x="5436731" y="3656029"/>
                <a:ext cx="896817" cy="297067"/>
              </a:xfrm>
              <a:prstGeom prst="rect">
                <a:avLst/>
              </a:prstGeom>
              <a:solidFill>
                <a:srgbClr val="C1CEF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defTabSz="914400"/>
                <a:r>
                  <a:rPr lang="en-US" sz="825" dirty="0">
                    <a:solidFill>
                      <a:srgbClr val="000000"/>
                    </a:solidFill>
                    <a:latin typeface="Segoe Pro" pitchFamily="34" charset="0"/>
                  </a:rPr>
                  <a:t>193-206-241</a:t>
                </a:r>
              </a:p>
            </p:txBody>
          </p:sp>
          <p:sp>
            <p:nvSpPr>
              <p:cNvPr id="19" name="Rectangle 18"/>
              <p:cNvSpPr/>
              <p:nvPr/>
            </p:nvSpPr>
            <p:spPr bwMode="auto">
              <a:xfrm>
                <a:off x="6333548" y="3656029"/>
                <a:ext cx="896817" cy="297067"/>
              </a:xfrm>
              <a:prstGeom prst="rect">
                <a:avLst/>
              </a:prstGeom>
              <a:solidFill>
                <a:srgbClr val="ABB9E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defTabSz="914400"/>
                <a:r>
                  <a:rPr lang="en-US" sz="825" dirty="0">
                    <a:solidFill>
                      <a:srgbClr val="000000"/>
                    </a:solidFill>
                    <a:latin typeface="Segoe Pro" pitchFamily="34" charset="0"/>
                  </a:rPr>
                  <a:t>171-185-226</a:t>
                </a:r>
              </a:p>
            </p:txBody>
          </p:sp>
        </p:grpSp>
        <p:sp>
          <p:nvSpPr>
            <p:cNvPr id="20" name="Rectangle 19"/>
            <p:cNvSpPr/>
            <p:nvPr/>
          </p:nvSpPr>
          <p:spPr bwMode="auto">
            <a:xfrm>
              <a:off x="7501342" y="4585784"/>
              <a:ext cx="1057267" cy="297067"/>
            </a:xfrm>
            <a:prstGeom prst="rect">
              <a:avLst/>
            </a:prstGeom>
            <a:solidFill>
              <a:srgbClr val="D6DFF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defTabSz="914400"/>
              <a:r>
                <a:rPr lang="en-US" sz="825" dirty="0">
                  <a:solidFill>
                    <a:srgbClr val="000000"/>
                  </a:solidFill>
                  <a:latin typeface="Segoe Pro" pitchFamily="34" charset="0"/>
                </a:rPr>
                <a:t>214-223-246</a:t>
              </a:r>
            </a:p>
          </p:txBody>
        </p:sp>
        <p:sp>
          <p:nvSpPr>
            <p:cNvPr id="21" name="Rectangle 20"/>
            <p:cNvSpPr/>
            <p:nvPr/>
          </p:nvSpPr>
          <p:spPr bwMode="auto">
            <a:xfrm>
              <a:off x="8782483" y="4585784"/>
              <a:ext cx="1057267" cy="297067"/>
            </a:xfrm>
            <a:prstGeom prst="rect">
              <a:avLst/>
            </a:prstGeom>
            <a:solidFill>
              <a:srgbClr val="EAEE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defTabSz="914400"/>
              <a:r>
                <a:rPr lang="en-US" sz="825" dirty="0">
                  <a:solidFill>
                    <a:srgbClr val="000000"/>
                  </a:solidFill>
                  <a:latin typeface="Segoe Pro" pitchFamily="34" charset="0"/>
                </a:rPr>
                <a:t>234-238-251</a:t>
              </a:r>
            </a:p>
          </p:txBody>
        </p:sp>
      </p:grpSp>
    </p:spTree>
    <p:extLst>
      <p:ext uri="{BB962C8B-B14F-4D97-AF65-F5344CB8AC3E}">
        <p14:creationId xmlns:p14="http://schemas.microsoft.com/office/powerpoint/2010/main" val="143176143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4" y="228606"/>
            <a:ext cx="11149013" cy="519501"/>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9114" y="1447800"/>
            <a:ext cx="11149013" cy="713144"/>
          </a:xfrm>
        </p:spPr>
        <p:txBody>
          <a:bodyPr/>
          <a:lstStyle>
            <a:lvl1pPr marL="0" indent="0">
              <a:spcBef>
                <a:spcPts val="0"/>
              </a:spcBef>
              <a:spcAft>
                <a:spcPts val="675"/>
              </a:spcAft>
              <a:buNone/>
              <a:defRPr sz="3001" spc="-75" baseline="0">
                <a:latin typeface="Segoe UI Light" pitchFamily="34" charset="0"/>
              </a:defRPr>
            </a:lvl1pPr>
            <a:lvl2pPr marL="0" indent="0">
              <a:spcBef>
                <a:spcPts val="0"/>
              </a:spcBef>
              <a:spcAft>
                <a:spcPts val="300"/>
              </a:spcAft>
              <a:buNone/>
              <a:defRPr sz="1500" spc="-38" baseline="0"/>
            </a:lvl2pPr>
            <a:lvl3pPr marL="0" indent="0">
              <a:spcBef>
                <a:spcPts val="0"/>
              </a:spcBef>
              <a:spcAft>
                <a:spcPts val="300"/>
              </a:spcAft>
              <a:buNone/>
              <a:defRPr sz="1500"/>
            </a:lvl3pPr>
            <a:lvl4pPr marL="0" indent="0">
              <a:spcBef>
                <a:spcPts val="0"/>
              </a:spcBef>
              <a:spcAft>
                <a:spcPts val="300"/>
              </a:spcAft>
              <a:buNone/>
              <a:defRPr/>
            </a:lvl4pPr>
            <a:lvl5pPr marL="0" indent="0">
              <a:spcBef>
                <a:spcPts val="0"/>
              </a:spcBef>
              <a:spcAft>
                <a:spcPts val="300"/>
              </a:spcAft>
              <a:buNone/>
              <a:defRPr/>
            </a:lvl5pPr>
          </a:lstStyle>
          <a:p>
            <a:pPr lvl="0"/>
            <a:r>
              <a:rPr lang="en-US"/>
              <a:t>Click to edit Master text styles</a:t>
            </a:r>
          </a:p>
          <a:p>
            <a:pPr lvl="1"/>
            <a:r>
              <a:rPr lang="en-US"/>
              <a:t>Second level</a:t>
            </a:r>
          </a:p>
        </p:txBody>
      </p:sp>
      <p:pic>
        <p:nvPicPr>
          <p:cNvPr id="4"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0781020" y="6114697"/>
            <a:ext cx="1354369" cy="626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258306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pic>
        <p:nvPicPr>
          <p:cNvPr id="3"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0781020" y="6114697"/>
            <a:ext cx="1354369" cy="626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40507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4" y="1447800"/>
            <a:ext cx="11149013" cy="1380506"/>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187119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4" y="1447800"/>
            <a:ext cx="11149013" cy="1380506"/>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6238882"/>
            <a:ext cx="12188826" cy="619125"/>
          </a:xfrm>
          <a:solidFill>
            <a:srgbClr val="FFFF99"/>
          </a:solidFill>
        </p:spPr>
        <p:txBody>
          <a:bodyPr wrap="square" lIns="152394" tIns="76197" rIns="152394" bIns="76197" anchor="b" anchorCtr="0">
            <a:noAutofit/>
          </a:bodyPr>
          <a:lstStyle>
            <a:lvl1pPr algn="r">
              <a:buFont typeface="Arial" pitchFamily="34" charset="0"/>
              <a:buNone/>
              <a:defRPr spc="-38"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329499415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8834696"/>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Blank Color 3 Layout">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05789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 Slide Green">
    <p:bg>
      <p:bgPr>
        <a:solidFill>
          <a:srgbClr val="009E4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694" y="2358714"/>
            <a:ext cx="10237787" cy="748025"/>
          </a:xfrm>
          <a:prstGeom prst="rect">
            <a:avLst/>
          </a:prstGeom>
        </p:spPr>
        <p:txBody>
          <a:bodyPr anchor="b" anchorCtr="0"/>
          <a:lstStyle>
            <a:lvl1pPr>
              <a:defRPr sz="5401" spc="-113" baseline="0">
                <a:solidFill>
                  <a:schemeClr val="bg1"/>
                </a:solidFill>
              </a:defRPr>
            </a:lvl1pPr>
          </a:lstStyle>
          <a:p>
            <a:r>
              <a:rPr lang="en-US" dirty="0"/>
              <a:t>Click to edit title style</a:t>
            </a:r>
          </a:p>
        </p:txBody>
      </p:sp>
      <p:sp>
        <p:nvSpPr>
          <p:cNvPr id="5" name="Text Placeholder 4"/>
          <p:cNvSpPr>
            <a:spLocks noGrp="1"/>
          </p:cNvSpPr>
          <p:nvPr>
            <p:ph type="body" sz="quarter" idx="12" hasCustomPrompt="1"/>
          </p:nvPr>
        </p:nvSpPr>
        <p:spPr>
          <a:xfrm>
            <a:off x="978694" y="3425825"/>
            <a:ext cx="10237787" cy="498598"/>
          </a:xfrm>
          <a:prstGeom prst="rect">
            <a:avLst/>
          </a:prstGeom>
        </p:spPr>
        <p:txBody>
          <a:bodyPr>
            <a:noAutofit/>
          </a:bodyPr>
          <a:lstStyle>
            <a:lvl1pPr marL="0" indent="0">
              <a:spcBef>
                <a:spcPts val="0"/>
              </a:spcBef>
              <a:buNone/>
              <a:defRPr spc="-53" baseline="0">
                <a:solidFill>
                  <a:schemeClr val="bg1"/>
                </a:solidFill>
                <a:latin typeface="+mj-lt"/>
              </a:defRPr>
            </a:lvl1pPr>
          </a:lstStyle>
          <a:p>
            <a:pPr lvl="0"/>
            <a:r>
              <a:rPr lang="en-US" dirty="0"/>
              <a:t>Subtitle</a:t>
            </a:r>
          </a:p>
        </p:txBody>
      </p:sp>
      <p:pic>
        <p:nvPicPr>
          <p:cNvPr id="6"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0693770" y="6044843"/>
            <a:ext cx="1493010" cy="813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26801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unchy Slide Green">
    <p:bg>
      <p:bgPr>
        <a:solidFill>
          <a:srgbClr val="009E4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116" y="3123985"/>
            <a:ext cx="11149013" cy="914417"/>
          </a:xfrm>
          <a:prstGeom prst="rect">
            <a:avLst/>
          </a:prstGeom>
        </p:spPr>
        <p:txBody>
          <a:bodyPr anchor="b" anchorCtr="0"/>
          <a:lstStyle>
            <a:lvl1pPr>
              <a:defRPr sz="6602" spc="-225" baseline="0">
                <a:solidFill>
                  <a:schemeClr val="bg1"/>
                </a:solidFill>
              </a:defRPr>
            </a:lvl1pPr>
          </a:lstStyle>
          <a:p>
            <a:r>
              <a:rPr lang="en-US" dirty="0"/>
              <a:t>Click to edit title style</a:t>
            </a:r>
          </a:p>
        </p:txBody>
      </p:sp>
      <p:pic>
        <p:nvPicPr>
          <p:cNvPr id="3"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9528529" y="5410201"/>
            <a:ext cx="265825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225110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Slide Green">
    <p:bg>
      <p:bgPr>
        <a:solidFill>
          <a:srgbClr val="009E49"/>
        </a:solidFill>
        <a:effectLst/>
      </p:bgPr>
    </p:bg>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0693770" y="6044843"/>
            <a:ext cx="1493010" cy="813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258368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Color Block Header on Left &amp; Text on Right ">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bwMode="white">
          <a:xfrm>
            <a:off x="6202363" y="0"/>
            <a:ext cx="5986463" cy="6858000"/>
          </a:xfrm>
          <a:prstGeom prst="rect">
            <a:avLst/>
          </a:prstGeom>
          <a:solidFill>
            <a:srgbClr val="009E4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4298" tIns="34298" rIns="34298" bIns="34298" numCol="1" spcCol="0" rtlCol="0" fromWordArt="0" anchor="ctr" anchorCtr="0" forceAA="0" compatLnSpc="1">
            <a:prstTxWarp prst="textNoShape">
              <a:avLst/>
            </a:prstTxWarp>
            <a:noAutofit/>
          </a:bodyPr>
          <a:lstStyle/>
          <a:p>
            <a:pPr algn="ctr" defTabSz="685729" fontAlgn="base">
              <a:spcBef>
                <a:spcPct val="0"/>
              </a:spcBef>
              <a:spcAft>
                <a:spcPct val="0"/>
              </a:spcAft>
            </a:pPr>
            <a:endParaRPr lang="en-US" sz="1725"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8532813" y="1459092"/>
            <a:ext cx="3278981" cy="1661993"/>
          </a:xfrm>
          <a:prstGeom prst="rect">
            <a:avLst/>
          </a:prstGeom>
        </p:spPr>
        <p:txBody>
          <a:bodyPr lIns="121899" tIns="60949" rIns="121899" bIns="60949">
            <a:noAutofit/>
          </a:bodyPr>
          <a:lstStyle>
            <a:lvl1pPr marL="0" indent="0">
              <a:buNone/>
              <a:defRPr sz="3001" b="0" cap="none" baseline="0">
                <a:solidFill>
                  <a:schemeClr val="bg1"/>
                </a:solidFill>
                <a:latin typeface="+mj-lt"/>
              </a:defRPr>
            </a:lvl1pPr>
            <a:lvl2pPr marL="457223" indent="0">
              <a:buNone/>
              <a:defRPr sz="2026" b="1"/>
            </a:lvl2pPr>
            <a:lvl3pPr marL="914446" indent="0">
              <a:buNone/>
              <a:defRPr sz="1800" b="1"/>
            </a:lvl3pPr>
            <a:lvl4pPr marL="1371669" indent="0">
              <a:buNone/>
              <a:defRPr sz="1575" b="1"/>
            </a:lvl4pPr>
            <a:lvl5pPr marL="1828892" indent="0">
              <a:buNone/>
              <a:defRPr sz="1575" b="1"/>
            </a:lvl5pPr>
            <a:lvl6pPr marL="2286114" indent="0">
              <a:buNone/>
              <a:defRPr sz="1575" b="1"/>
            </a:lvl6pPr>
            <a:lvl7pPr marL="2743337" indent="0">
              <a:buNone/>
              <a:defRPr sz="1575" b="1"/>
            </a:lvl7pPr>
            <a:lvl8pPr marL="3200560" indent="0">
              <a:buNone/>
              <a:defRPr sz="1575" b="1"/>
            </a:lvl8pPr>
            <a:lvl9pPr marL="3657783" indent="0">
              <a:buNone/>
              <a:defRPr sz="1575" b="1"/>
            </a:lvl9pPr>
          </a:lstStyle>
          <a:p>
            <a:pPr lvl="0"/>
            <a:r>
              <a:rPr lang="en-US" dirty="0"/>
              <a:t>Click to edit Master text styles.</a:t>
            </a:r>
          </a:p>
        </p:txBody>
      </p:sp>
      <p:sp>
        <p:nvSpPr>
          <p:cNvPr id="6" name="Content Placeholder 5"/>
          <p:cNvSpPr>
            <a:spLocks noGrp="1"/>
          </p:cNvSpPr>
          <p:nvPr>
            <p:ph sz="quarter" idx="4"/>
          </p:nvPr>
        </p:nvSpPr>
        <p:spPr>
          <a:xfrm>
            <a:off x="385661" y="1625463"/>
            <a:ext cx="5484741" cy="332399"/>
          </a:xfrm>
          <a:prstGeom prst="rect">
            <a:avLst/>
          </a:prstGeom>
        </p:spPr>
        <p:txBody>
          <a:bodyPr lIns="121899" tIns="60949" rIns="121899" bIns="60949">
            <a:noAutofit/>
          </a:bodyPr>
          <a:lstStyle>
            <a:lvl1pPr marL="0" indent="0">
              <a:spcBef>
                <a:spcPts val="900"/>
              </a:spcBef>
              <a:buNone/>
              <a:defRPr lang="en-US" sz="1500" kern="1200" spc="0" dirty="0" smtClean="0">
                <a:solidFill>
                  <a:srgbClr val="009E49"/>
                </a:solidFill>
                <a:latin typeface="+mn-lt"/>
                <a:ea typeface="+mn-ea"/>
                <a:cs typeface="Segoe UI" pitchFamily="34" charset="0"/>
              </a:defRPr>
            </a:lvl1pPr>
            <a:lvl2pPr marL="685834" indent="-285764">
              <a:defRPr lang="en-US" sz="1575" kern="1200" dirty="0" smtClean="0">
                <a:solidFill>
                  <a:schemeClr val="bg2">
                    <a:lumMod val="50000"/>
                  </a:schemeClr>
                </a:solidFill>
                <a:latin typeface="+mn-lt"/>
                <a:ea typeface="+mn-ea"/>
                <a:cs typeface="Arial" pitchFamily="34" charset="0"/>
              </a:defRPr>
            </a:lvl2pPr>
            <a:lvl3pPr marL="685834" indent="-171459">
              <a:defRPr lang="en-US" sz="1425" kern="1200" dirty="0" smtClean="0">
                <a:solidFill>
                  <a:schemeClr val="bg2">
                    <a:lumMod val="50000"/>
                  </a:schemeClr>
                </a:solidFill>
                <a:latin typeface="+mn-lt"/>
                <a:ea typeface="+mn-ea"/>
                <a:cs typeface="Arial" pitchFamily="34" charset="0"/>
              </a:defRPr>
            </a:lvl3pPr>
            <a:lvl4pPr marL="914446" indent="-171459">
              <a:defRPr lang="en-US" sz="1200" kern="1200" dirty="0" smtClean="0">
                <a:solidFill>
                  <a:schemeClr val="bg2">
                    <a:lumMod val="50000"/>
                  </a:schemeClr>
                </a:solidFill>
                <a:latin typeface="+mn-lt"/>
                <a:ea typeface="+mn-ea"/>
                <a:cs typeface="Arial" pitchFamily="34" charset="0"/>
              </a:defRPr>
            </a:lvl4pPr>
            <a:lvl5pPr marL="1085905" indent="-171459">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Click to edit Master text styles</a:t>
            </a:r>
          </a:p>
        </p:txBody>
      </p:sp>
      <p:pic>
        <p:nvPicPr>
          <p:cNvPr id="7"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0693770" y="6044843"/>
            <a:ext cx="1493010" cy="813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34152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2_Color Block Header on Left &amp; Text on Right ">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bwMode="white">
          <a:xfrm>
            <a:off x="1" y="0"/>
            <a:ext cx="5986463" cy="6858000"/>
          </a:xfrm>
          <a:prstGeom prst="rect">
            <a:avLst/>
          </a:prstGeom>
          <a:solidFill>
            <a:srgbClr val="009E4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4298" tIns="34298" rIns="34298" bIns="34298" numCol="1" spcCol="0" rtlCol="0" fromWordArt="0" anchor="ctr" anchorCtr="0" forceAA="0" compatLnSpc="1">
            <a:prstTxWarp prst="textNoShape">
              <a:avLst/>
            </a:prstTxWarp>
            <a:noAutofit/>
          </a:bodyPr>
          <a:lstStyle/>
          <a:p>
            <a:pPr algn="ctr" defTabSz="685729" fontAlgn="base">
              <a:spcBef>
                <a:spcPct val="0"/>
              </a:spcBef>
              <a:spcAft>
                <a:spcPct val="0"/>
              </a:spcAft>
            </a:pPr>
            <a:endParaRPr lang="en-US" sz="1725"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377032" y="1411467"/>
            <a:ext cx="5232401" cy="1661993"/>
          </a:xfrm>
          <a:prstGeom prst="rect">
            <a:avLst/>
          </a:prstGeom>
        </p:spPr>
        <p:txBody>
          <a:bodyPr lIns="121899" tIns="60949" rIns="121899" bIns="60949">
            <a:noAutofit/>
          </a:bodyPr>
          <a:lstStyle>
            <a:lvl1pPr marL="0" indent="0">
              <a:buNone/>
              <a:defRPr sz="3001" b="0" cap="none" baseline="0">
                <a:solidFill>
                  <a:schemeClr val="bg1"/>
                </a:solidFill>
                <a:latin typeface="+mj-lt"/>
              </a:defRPr>
            </a:lvl1pPr>
            <a:lvl2pPr marL="457223" indent="0">
              <a:buNone/>
              <a:defRPr sz="2026" b="1"/>
            </a:lvl2pPr>
            <a:lvl3pPr marL="914446" indent="0">
              <a:buNone/>
              <a:defRPr sz="1800" b="1"/>
            </a:lvl3pPr>
            <a:lvl4pPr marL="1371669" indent="0">
              <a:buNone/>
              <a:defRPr sz="1575" b="1"/>
            </a:lvl4pPr>
            <a:lvl5pPr marL="1828892" indent="0">
              <a:buNone/>
              <a:defRPr sz="1575" b="1"/>
            </a:lvl5pPr>
            <a:lvl6pPr marL="2286114" indent="0">
              <a:buNone/>
              <a:defRPr sz="1575" b="1"/>
            </a:lvl6pPr>
            <a:lvl7pPr marL="2743337" indent="0">
              <a:buNone/>
              <a:defRPr sz="1575" b="1"/>
            </a:lvl7pPr>
            <a:lvl8pPr marL="3200560" indent="0">
              <a:buNone/>
              <a:defRPr sz="1575" b="1"/>
            </a:lvl8pPr>
            <a:lvl9pPr marL="3657783" indent="0">
              <a:buNone/>
              <a:defRPr sz="1575" b="1"/>
            </a:lvl9pPr>
          </a:lstStyle>
          <a:p>
            <a:pPr lvl="0"/>
            <a:r>
              <a:rPr lang="en-US" dirty="0"/>
              <a:t>Click to edit Master text styles.</a:t>
            </a:r>
          </a:p>
        </p:txBody>
      </p:sp>
      <p:sp>
        <p:nvSpPr>
          <p:cNvPr id="6" name="Content Placeholder 5"/>
          <p:cNvSpPr>
            <a:spLocks noGrp="1"/>
          </p:cNvSpPr>
          <p:nvPr>
            <p:ph sz="quarter" idx="4"/>
          </p:nvPr>
        </p:nvSpPr>
        <p:spPr>
          <a:xfrm>
            <a:off x="6453224" y="1634987"/>
            <a:ext cx="5484741" cy="332399"/>
          </a:xfrm>
          <a:prstGeom prst="rect">
            <a:avLst/>
          </a:prstGeom>
        </p:spPr>
        <p:txBody>
          <a:bodyPr lIns="121899" tIns="60949" rIns="121899" bIns="60949">
            <a:noAutofit/>
          </a:bodyPr>
          <a:lstStyle>
            <a:lvl1pPr marL="0" indent="0">
              <a:spcBef>
                <a:spcPts val="900"/>
              </a:spcBef>
              <a:buNone/>
              <a:defRPr lang="en-US" sz="1500" kern="1200" spc="0" dirty="0" smtClean="0">
                <a:solidFill>
                  <a:srgbClr val="009E49"/>
                </a:solidFill>
                <a:latin typeface="+mn-lt"/>
                <a:ea typeface="+mn-ea"/>
                <a:cs typeface="Segoe UI" pitchFamily="34" charset="0"/>
              </a:defRPr>
            </a:lvl1pPr>
            <a:lvl2pPr marL="685834" indent="-285764">
              <a:defRPr lang="en-US" sz="1575" kern="1200" dirty="0" smtClean="0">
                <a:solidFill>
                  <a:schemeClr val="bg2">
                    <a:lumMod val="50000"/>
                  </a:schemeClr>
                </a:solidFill>
                <a:latin typeface="+mn-lt"/>
                <a:ea typeface="+mn-ea"/>
                <a:cs typeface="Arial" pitchFamily="34" charset="0"/>
              </a:defRPr>
            </a:lvl2pPr>
            <a:lvl3pPr marL="685834" indent="-171459">
              <a:defRPr lang="en-US" sz="1425" kern="1200" dirty="0" smtClean="0">
                <a:solidFill>
                  <a:schemeClr val="bg2">
                    <a:lumMod val="50000"/>
                  </a:schemeClr>
                </a:solidFill>
                <a:latin typeface="+mn-lt"/>
                <a:ea typeface="+mn-ea"/>
                <a:cs typeface="Arial" pitchFamily="34" charset="0"/>
              </a:defRPr>
            </a:lvl3pPr>
            <a:lvl4pPr marL="914446" indent="-171459">
              <a:defRPr lang="en-US" sz="1200" kern="1200" dirty="0" smtClean="0">
                <a:solidFill>
                  <a:schemeClr val="bg2">
                    <a:lumMod val="50000"/>
                  </a:schemeClr>
                </a:solidFill>
                <a:latin typeface="+mn-lt"/>
                <a:ea typeface="+mn-ea"/>
                <a:cs typeface="Arial" pitchFamily="34" charset="0"/>
              </a:defRPr>
            </a:lvl4pPr>
            <a:lvl5pPr marL="1085905" indent="-171459">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Click to edit Master text styles</a:t>
            </a:r>
          </a:p>
        </p:txBody>
      </p:sp>
      <p:pic>
        <p:nvPicPr>
          <p:cNvPr id="8" name="Picture 2"/>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0781020" y="6114697"/>
            <a:ext cx="1354369" cy="626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380922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694" y="2109542"/>
            <a:ext cx="10237787" cy="997196"/>
          </a:xfrm>
        </p:spPr>
        <p:txBody>
          <a:bodyPr anchor="b" anchorCtr="0"/>
          <a:lstStyle>
            <a:lvl1pPr>
              <a:defRPr sz="7182" spc="-150"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78694" y="3425825"/>
            <a:ext cx="10237787"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a:t>Speaker Title</a:t>
            </a:r>
          </a:p>
        </p:txBody>
      </p:sp>
      <p:pic>
        <p:nvPicPr>
          <p:cNvPr id="6" name="Picture 5"/>
          <p:cNvPicPr>
            <a:picLocks noChangeAspect="1"/>
          </p:cNvPicPr>
          <p:nvPr userDrawn="1"/>
        </p:nvPicPr>
        <p:blipFill>
          <a:blip r:embed="rId2"/>
          <a:stretch>
            <a:fillRect/>
          </a:stretch>
        </p:blipFill>
        <p:spPr>
          <a:xfrm>
            <a:off x="9833518" y="5883313"/>
            <a:ext cx="1930320" cy="763197"/>
          </a:xfrm>
          <a:prstGeom prst="rect">
            <a:avLst/>
          </a:prstGeom>
        </p:spPr>
      </p:pic>
    </p:spTree>
    <p:extLst>
      <p:ext uri="{BB962C8B-B14F-4D97-AF65-F5344CB8AC3E}">
        <p14:creationId xmlns:p14="http://schemas.microsoft.com/office/powerpoint/2010/main" val="40319817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113" y="2819606"/>
            <a:ext cx="11149013" cy="1218795"/>
          </a:xfrm>
        </p:spPr>
        <p:txBody>
          <a:bodyPr anchor="b" anchorCtr="0"/>
          <a:lstStyle>
            <a:lvl1pPr>
              <a:defRPr sz="8778" spc="-299" baseline="0">
                <a:gradFill>
                  <a:gsLst>
                    <a:gs pos="100000">
                      <a:schemeClr val="bg1"/>
                    </a:gs>
                    <a:gs pos="0">
                      <a:schemeClr val="bg1"/>
                    </a:gs>
                  </a:gsLst>
                  <a:lin ang="5400000" scaled="0"/>
                </a:gradFill>
              </a:defRPr>
            </a:lvl1pPr>
          </a:lstStyle>
          <a:p>
            <a:r>
              <a:rPr lang="en-US" dirty="0"/>
              <a:t>Click to edit title style</a:t>
            </a:r>
          </a:p>
        </p:txBody>
      </p:sp>
      <p:pic>
        <p:nvPicPr>
          <p:cNvPr id="5" name="Picture 4"/>
          <p:cNvPicPr>
            <a:picLocks noChangeAspect="1"/>
          </p:cNvPicPr>
          <p:nvPr userDrawn="1"/>
        </p:nvPicPr>
        <p:blipFill>
          <a:blip r:embed="rId2"/>
          <a:stretch>
            <a:fillRect/>
          </a:stretch>
        </p:blipFill>
        <p:spPr>
          <a:xfrm>
            <a:off x="10795674" y="6255100"/>
            <a:ext cx="1269536" cy="501941"/>
          </a:xfrm>
          <a:prstGeom prst="rect">
            <a:avLst/>
          </a:prstGeom>
        </p:spPr>
      </p:pic>
    </p:spTree>
    <p:extLst>
      <p:ext uri="{BB962C8B-B14F-4D97-AF65-F5344CB8AC3E}">
        <p14:creationId xmlns:p14="http://schemas.microsoft.com/office/powerpoint/2010/main" val="930164113"/>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241" y="5292983"/>
            <a:ext cx="11149013" cy="1218795"/>
          </a:xfrm>
        </p:spPr>
        <p:txBody>
          <a:bodyPr anchor="b" anchorCtr="0"/>
          <a:lstStyle>
            <a:lvl1pPr>
              <a:defRPr sz="7200" spc="-299" baseline="0">
                <a:gradFill>
                  <a:gsLst>
                    <a:gs pos="100000">
                      <a:schemeClr val="bg1"/>
                    </a:gs>
                    <a:gs pos="0">
                      <a:schemeClr val="bg1"/>
                    </a:gs>
                  </a:gsLst>
                  <a:lin ang="5400000" scaled="0"/>
                </a:gradFill>
              </a:defRPr>
            </a:lvl1pPr>
          </a:lstStyle>
          <a:p>
            <a:r>
              <a:rPr lang="en-US" dirty="0"/>
              <a:t>Click to edit title style</a:t>
            </a:r>
          </a:p>
        </p:txBody>
      </p:sp>
    </p:spTree>
    <p:extLst>
      <p:ext uri="{BB962C8B-B14F-4D97-AF65-F5344CB8AC3E}">
        <p14:creationId xmlns:p14="http://schemas.microsoft.com/office/powerpoint/2010/main" val="585899494"/>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139" y="4343404"/>
            <a:ext cx="10237786" cy="461665"/>
          </a:xfrm>
        </p:spPr>
        <p:txBody>
          <a:bodyPr>
            <a:noAutofit/>
          </a:bodyPr>
          <a:lstStyle>
            <a:lvl1pPr marL="0" indent="0" algn="l">
              <a:lnSpc>
                <a:spcPct val="90000"/>
              </a:lnSpc>
              <a:spcBef>
                <a:spcPts val="0"/>
              </a:spcBef>
              <a:buNone/>
              <a:defRPr lang="en-US" sz="3591" kern="1200" spc="-70" baseline="0" dirty="0">
                <a:gradFill>
                  <a:gsLst>
                    <a:gs pos="2083">
                      <a:schemeClr val="bg2"/>
                    </a:gs>
                    <a:gs pos="99000">
                      <a:schemeClr val="bg2"/>
                    </a:gs>
                  </a:gsLst>
                  <a:lin ang="5400000" scaled="0"/>
                </a:gradFill>
                <a:latin typeface="+mj-lt"/>
                <a:ea typeface="+mn-ea"/>
                <a:cs typeface="+mn-cs"/>
              </a:defRPr>
            </a:lvl1pPr>
            <a:lvl2pPr marL="456040" indent="0" algn="ctr">
              <a:buNone/>
              <a:defRPr>
                <a:solidFill>
                  <a:schemeClr val="tx1">
                    <a:tint val="75000"/>
                  </a:schemeClr>
                </a:solidFill>
              </a:defRPr>
            </a:lvl2pPr>
            <a:lvl3pPr marL="912078" indent="0" algn="ctr">
              <a:buNone/>
              <a:defRPr>
                <a:solidFill>
                  <a:schemeClr val="tx1">
                    <a:tint val="75000"/>
                  </a:schemeClr>
                </a:solidFill>
              </a:defRPr>
            </a:lvl3pPr>
            <a:lvl4pPr marL="1368118" indent="0" algn="ctr">
              <a:buNone/>
              <a:defRPr>
                <a:solidFill>
                  <a:schemeClr val="tx1">
                    <a:tint val="75000"/>
                  </a:schemeClr>
                </a:solidFill>
              </a:defRPr>
            </a:lvl4pPr>
            <a:lvl5pPr marL="1824156" indent="0" algn="ctr">
              <a:buNone/>
              <a:defRPr>
                <a:solidFill>
                  <a:schemeClr val="tx1">
                    <a:tint val="75000"/>
                  </a:schemeClr>
                </a:solidFill>
              </a:defRPr>
            </a:lvl5pPr>
            <a:lvl6pPr marL="2280196" indent="0" algn="ctr">
              <a:buNone/>
              <a:defRPr>
                <a:solidFill>
                  <a:schemeClr val="tx1">
                    <a:tint val="75000"/>
                  </a:schemeClr>
                </a:solidFill>
              </a:defRPr>
            </a:lvl6pPr>
            <a:lvl7pPr marL="2736234" indent="0" algn="ctr">
              <a:buNone/>
              <a:defRPr>
                <a:solidFill>
                  <a:schemeClr val="tx1">
                    <a:tint val="75000"/>
                  </a:schemeClr>
                </a:solidFill>
              </a:defRPr>
            </a:lvl7pPr>
            <a:lvl8pPr marL="3192274" indent="0" algn="ctr">
              <a:buNone/>
              <a:defRPr>
                <a:solidFill>
                  <a:schemeClr val="tx1">
                    <a:tint val="75000"/>
                  </a:schemeClr>
                </a:solidFill>
              </a:defRPr>
            </a:lvl8pPr>
            <a:lvl9pPr marL="3648313" indent="0" algn="ctr">
              <a:buNone/>
              <a:defRPr>
                <a:solidFill>
                  <a:schemeClr val="tx1">
                    <a:tint val="75000"/>
                  </a:schemeClr>
                </a:solidFill>
              </a:defRPr>
            </a:lvl9pPr>
          </a:lstStyle>
          <a:p>
            <a:pPr marL="0" marR="0" lvl="0" indent="0" algn="l" defTabSz="912078" rtl="0" eaLnBrk="1" fontAlgn="auto" latinLnBrk="0" hangingPunct="1">
              <a:lnSpc>
                <a:spcPct val="90000"/>
              </a:lnSpc>
              <a:spcBef>
                <a:spcPts val="0"/>
              </a:spcBef>
              <a:spcAft>
                <a:spcPts val="0"/>
              </a:spcAft>
              <a:buClrTx/>
              <a:buSzPct val="90000"/>
              <a:buFont typeface="Arial" pitchFamily="34" charset="0"/>
              <a:buNone/>
              <a:tabLst/>
            </a:pPr>
            <a:r>
              <a:rPr lang="en-US"/>
              <a:t>Click to edit Master subtitle style</a:t>
            </a:r>
            <a:endParaRPr lang="en-US" dirty="0"/>
          </a:p>
        </p:txBody>
      </p:sp>
      <p:sp>
        <p:nvSpPr>
          <p:cNvPr id="7" name="Text Placeholder 6"/>
          <p:cNvSpPr>
            <a:spLocks noGrp="1"/>
          </p:cNvSpPr>
          <p:nvPr>
            <p:ph type="body" sz="quarter" idx="10" hasCustomPrompt="1"/>
          </p:nvPr>
        </p:nvSpPr>
        <p:spPr>
          <a:xfrm>
            <a:off x="973140" y="2739678"/>
            <a:ext cx="10245725" cy="1378644"/>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576" b="0" kern="1200" cap="none" spc="-399"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a:t>click to…</a:t>
            </a:r>
          </a:p>
        </p:txBody>
      </p:sp>
      <p:sp>
        <p:nvSpPr>
          <p:cNvPr id="5" name="Text Placeholder 4"/>
          <p:cNvSpPr>
            <a:spLocks noGrp="1"/>
          </p:cNvSpPr>
          <p:nvPr>
            <p:ph type="body" sz="quarter" idx="11"/>
          </p:nvPr>
        </p:nvSpPr>
        <p:spPr>
          <a:xfrm>
            <a:off x="973140" y="1447800"/>
            <a:ext cx="10237787" cy="914096"/>
          </a:xfrm>
        </p:spPr>
        <p:txBody>
          <a:bodyPr wrap="square" anchor="b">
            <a:noAutofit/>
          </a:bodyPr>
          <a:lstStyle>
            <a:lvl1pPr marL="0" indent="0">
              <a:buNone/>
              <a:defRPr sz="6583" spc="-150"/>
            </a:lvl1pPr>
          </a:lstStyle>
          <a:p>
            <a:pPr lvl="0"/>
            <a:r>
              <a:rPr lang="en-US"/>
              <a:t>Click to edit Master text styles</a:t>
            </a:r>
          </a:p>
        </p:txBody>
      </p:sp>
    </p:spTree>
    <p:extLst>
      <p:ext uri="{BB962C8B-B14F-4D97-AF65-F5344CB8AC3E}">
        <p14:creationId xmlns:p14="http://schemas.microsoft.com/office/powerpoint/2010/main" val="26029618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1447799"/>
            <a:ext cx="11149013" cy="1975926"/>
          </a:xfrm>
          <a:prstGeom prst="rect">
            <a:avLst/>
          </a:prstGeom>
        </p:spPr>
        <p:txBody>
          <a:bodyPr/>
          <a:lstStyle>
            <a:lvl1pPr marL="0" indent="0">
              <a:spcBef>
                <a:spcPts val="2394"/>
              </a:spcBef>
              <a:buNone/>
              <a:defRPr sz="3990">
                <a:gradFill>
                  <a:gsLst>
                    <a:gs pos="100000">
                      <a:schemeClr val="tx2"/>
                    </a:gs>
                    <a:gs pos="0">
                      <a:schemeClr val="tx2"/>
                    </a:gs>
                  </a:gsLst>
                  <a:lin ang="5400000" scaled="0"/>
                </a:gradFill>
                <a:latin typeface="+mj-lt"/>
              </a:defRPr>
            </a:lvl1pPr>
            <a:lvl2pPr marL="0" indent="0">
              <a:buNone/>
              <a:defRPr sz="1995">
                <a:gradFill>
                  <a:gsLst>
                    <a:gs pos="100000">
                      <a:schemeClr val="bg2"/>
                    </a:gs>
                    <a:gs pos="6000">
                      <a:schemeClr val="bg2"/>
                    </a:gs>
                  </a:gsLst>
                  <a:lin ang="5400000" scaled="0"/>
                </a:gradFill>
              </a:defRPr>
            </a:lvl2pPr>
            <a:lvl3pPr marL="231195" indent="0">
              <a:buNone/>
              <a:defRPr sz="1995">
                <a:gradFill>
                  <a:gsLst>
                    <a:gs pos="100000">
                      <a:schemeClr val="bg2"/>
                    </a:gs>
                    <a:gs pos="6000">
                      <a:schemeClr val="bg2"/>
                    </a:gs>
                  </a:gsLst>
                  <a:lin ang="5400000" scaled="0"/>
                </a:gradFill>
              </a:defRPr>
            </a:lvl3pPr>
            <a:lvl4pPr marL="456057" indent="0">
              <a:buNone/>
              <a:defRPr sz="1995">
                <a:gradFill>
                  <a:gsLst>
                    <a:gs pos="100000">
                      <a:schemeClr val="bg2"/>
                    </a:gs>
                    <a:gs pos="6000">
                      <a:schemeClr val="bg2"/>
                    </a:gs>
                  </a:gsLst>
                  <a:lin ang="5400000" scaled="0"/>
                </a:gradFill>
              </a:defRPr>
            </a:lvl4pPr>
            <a:lvl5pPr marL="692004" indent="0">
              <a:buNone/>
              <a:defRPr sz="1995">
                <a:gradFill>
                  <a:gsLst>
                    <a:gs pos="100000">
                      <a:schemeClr val="bg2"/>
                    </a:gs>
                    <a:gs pos="6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355229298"/>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Only With Logo">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1774519530"/>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1447799"/>
            <a:ext cx="11149013" cy="1975926"/>
          </a:xfrm>
          <a:prstGeom prst="rect">
            <a:avLst/>
          </a:prstGeom>
        </p:spPr>
        <p:txBody>
          <a:bodyPr/>
          <a:lstStyle>
            <a:lvl1pPr marL="0" indent="0">
              <a:spcBef>
                <a:spcPts val="2394"/>
              </a:spcBef>
              <a:buNone/>
              <a:defRPr sz="3990">
                <a:gradFill>
                  <a:gsLst>
                    <a:gs pos="100000">
                      <a:schemeClr val="bg2"/>
                    </a:gs>
                    <a:gs pos="0">
                      <a:schemeClr val="bg2"/>
                    </a:gs>
                  </a:gsLst>
                  <a:lin ang="5400000" scaled="0"/>
                </a:gradFill>
                <a:latin typeface="+mj-lt"/>
              </a:defRPr>
            </a:lvl1pPr>
            <a:lvl2pPr marL="0" indent="0">
              <a:buNone/>
              <a:defRPr sz="1995">
                <a:gradFill>
                  <a:gsLst>
                    <a:gs pos="100000">
                      <a:schemeClr val="bg2"/>
                    </a:gs>
                    <a:gs pos="0">
                      <a:schemeClr val="bg2"/>
                    </a:gs>
                  </a:gsLst>
                  <a:lin ang="5400000" scaled="0"/>
                </a:gradFill>
              </a:defRPr>
            </a:lvl2pPr>
            <a:lvl3pPr marL="231195" indent="0">
              <a:buNone/>
              <a:defRPr sz="1995">
                <a:gradFill>
                  <a:gsLst>
                    <a:gs pos="100000">
                      <a:schemeClr val="bg2"/>
                    </a:gs>
                    <a:gs pos="0">
                      <a:schemeClr val="bg2"/>
                    </a:gs>
                  </a:gsLst>
                  <a:lin ang="5400000" scaled="0"/>
                </a:gradFill>
              </a:defRPr>
            </a:lvl3pPr>
            <a:lvl4pPr marL="456057" indent="0">
              <a:buNone/>
              <a:defRPr sz="1995">
                <a:gradFill>
                  <a:gsLst>
                    <a:gs pos="100000">
                      <a:schemeClr val="bg2"/>
                    </a:gs>
                    <a:gs pos="0">
                      <a:schemeClr val="bg2"/>
                    </a:gs>
                  </a:gsLst>
                  <a:lin ang="5400000" scaled="0"/>
                </a:gradFill>
              </a:defRPr>
            </a:lvl4pPr>
            <a:lvl5pPr marL="692004" indent="0">
              <a:buNone/>
              <a:defRPr sz="1995">
                <a:gradFill>
                  <a:gsLst>
                    <a:gs pos="100000">
                      <a:schemeClr val="bg2"/>
                    </a:gs>
                    <a:gs pos="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037764113"/>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4"/>
            <a:ext cx="11149013" cy="747897"/>
          </a:xfrm>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519113" y="1447799"/>
            <a:ext cx="11149013" cy="2043636"/>
          </a:xfrm>
          <a:prstGeom prst="rect">
            <a:avLst/>
          </a:prstGeom>
        </p:spPr>
        <p:txBody>
          <a:bodyPr/>
          <a:lstStyle>
            <a:lvl1pPr marL="283453" indent="-283453">
              <a:buFont typeface="Wingdings" pitchFamily="2" charset="2"/>
              <a:buChar char=""/>
              <a:defRPr sz="3990"/>
            </a:lvl1pPr>
            <a:lvl2pPr marL="516232" indent="-232780">
              <a:buFont typeface="Wingdings" pitchFamily="2" charset="2"/>
              <a:buChar char=""/>
              <a:defRPr>
                <a:latin typeface="+mn-lt"/>
              </a:defRPr>
            </a:lvl2pPr>
            <a:lvl3pPr marL="739510" indent="-223279">
              <a:buFont typeface="Wingdings" pitchFamily="2" charset="2"/>
              <a:buChar char=""/>
              <a:tabLst/>
              <a:defRPr>
                <a:latin typeface="+mn-lt"/>
              </a:defRPr>
            </a:lvl3pPr>
            <a:lvl4pPr marL="912115" indent="-172605">
              <a:buFont typeface="Wingdings" pitchFamily="2" charset="2"/>
              <a:buChar char=""/>
              <a:defRPr>
                <a:latin typeface="+mn-lt"/>
              </a:defRPr>
            </a:lvl4pPr>
            <a:lvl5pPr marL="1084720" indent="-172605">
              <a:buFont typeface="Wingdings" pitchFamily="2" charset="2"/>
              <a:buChar char=""/>
              <a:tabLst/>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4017163331"/>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520701" y="1447804"/>
            <a:ext cx="5394960" cy="2462213"/>
          </a:xfrm>
        </p:spPr>
        <p:txBody>
          <a:bodyPr/>
          <a:lstStyle>
            <a:lvl1pPr marL="0" indent="0">
              <a:spcBef>
                <a:spcPts val="1197"/>
              </a:spcBef>
              <a:buNone/>
              <a:defRPr sz="3990">
                <a:gradFill>
                  <a:gsLst>
                    <a:gs pos="100000">
                      <a:schemeClr val="tx2"/>
                    </a:gs>
                    <a:gs pos="0">
                      <a:schemeClr val="tx2"/>
                    </a:gs>
                  </a:gsLst>
                  <a:lin ang="5400000" scaled="0"/>
                </a:gradFill>
                <a:latin typeface="+mj-lt"/>
              </a:defRPr>
            </a:lvl1pPr>
            <a:lvl2pPr marL="0" indent="0">
              <a:buNone/>
              <a:defRPr sz="1995"/>
            </a:lvl2pPr>
            <a:lvl3pPr marL="232780" indent="0">
              <a:buNone/>
              <a:defRPr sz="1995"/>
            </a:lvl3pPr>
            <a:lvl4pPr marL="456057" indent="0">
              <a:buNone/>
              <a:defRPr sz="1995"/>
            </a:lvl4pPr>
            <a:lvl5pPr marL="692004" indent="0">
              <a:buNone/>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7928" y="1447804"/>
            <a:ext cx="5394960" cy="2462213"/>
          </a:xfrm>
        </p:spPr>
        <p:txBody>
          <a:bodyPr/>
          <a:lstStyle>
            <a:lvl1pPr marL="0" indent="0">
              <a:spcBef>
                <a:spcPts val="1197"/>
              </a:spcBef>
              <a:buNone/>
              <a:defRPr lang="en-US" sz="3990" kern="1200" spc="-70" baseline="0" dirty="0" smtClean="0">
                <a:gradFill>
                  <a:gsLst>
                    <a:gs pos="100000">
                      <a:schemeClr val="tx2"/>
                    </a:gs>
                    <a:gs pos="0">
                      <a:schemeClr val="tx2"/>
                    </a:gs>
                  </a:gsLst>
                  <a:lin ang="5400000" scaled="0"/>
                </a:gradFill>
                <a:latin typeface="+mj-lt"/>
                <a:ea typeface="+mn-ea"/>
                <a:cs typeface="+mn-cs"/>
              </a:defRPr>
            </a:lvl1pPr>
            <a:lvl2pPr marL="3167"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2pPr>
            <a:lvl3pPr marL="23278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3pPr>
            <a:lvl4pPr marL="459224"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4pPr>
            <a:lvl5pPr marL="68567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a:gradFill>
                  <a:gsLst>
                    <a:gs pos="1250">
                      <a:schemeClr val="bg2"/>
                    </a:gs>
                    <a:gs pos="100000">
                      <a:schemeClr val="bg2"/>
                    </a:gs>
                  </a:gsLst>
                  <a:lin ang="5400000" scaled="0"/>
                </a:gradFill>
                <a:latin typeface="+mn-lt"/>
                <a:ea typeface="+mn-ea"/>
                <a:cs typeface="+mn-cs"/>
              </a:defRPr>
            </a:lvl5pPr>
          </a:lstStyle>
          <a:p>
            <a:pPr marL="0" marR="0" lvl="0"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Click to edit Master text styles</a:t>
            </a:r>
          </a:p>
          <a:p>
            <a:pPr marL="0" marR="0" lvl="1"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sp>
        <p:nvSpPr>
          <p:cNvPr id="7" name="Slide Number Placeholder 9"/>
          <p:cNvSpPr>
            <a:spLocks noGrp="1"/>
          </p:cNvSpPr>
          <p:nvPr>
            <p:ph type="sldNum" sz="quarter" idx="13"/>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833224484"/>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520701" y="1447804"/>
            <a:ext cx="5394960" cy="2462213"/>
          </a:xfrm>
        </p:spPr>
        <p:txBody>
          <a:bodyPr/>
          <a:lstStyle>
            <a:lvl1pPr marL="0" indent="0">
              <a:spcBef>
                <a:spcPts val="1197"/>
              </a:spcBef>
              <a:buNone/>
              <a:defRPr sz="3990">
                <a:gradFill>
                  <a:gsLst>
                    <a:gs pos="1000">
                      <a:schemeClr val="bg2"/>
                    </a:gs>
                    <a:gs pos="98000">
                      <a:schemeClr val="bg2"/>
                    </a:gs>
                  </a:gsLst>
                  <a:lin ang="5400000" scaled="0"/>
                </a:gradFill>
                <a:latin typeface="+mj-lt"/>
              </a:defRPr>
            </a:lvl1pPr>
            <a:lvl2pPr marL="0" indent="0">
              <a:buNone/>
              <a:defRPr sz="1995">
                <a:gradFill>
                  <a:gsLst>
                    <a:gs pos="1000">
                      <a:schemeClr val="bg2"/>
                    </a:gs>
                    <a:gs pos="98000">
                      <a:schemeClr val="bg2"/>
                    </a:gs>
                  </a:gsLst>
                  <a:lin ang="5400000" scaled="0"/>
                </a:gradFill>
              </a:defRPr>
            </a:lvl2pPr>
            <a:lvl3pPr marL="232780" indent="0">
              <a:buNone/>
              <a:defRPr sz="1995">
                <a:gradFill>
                  <a:gsLst>
                    <a:gs pos="1000">
                      <a:schemeClr val="bg2"/>
                    </a:gs>
                    <a:gs pos="98000">
                      <a:schemeClr val="bg2"/>
                    </a:gs>
                  </a:gsLst>
                  <a:lin ang="5400000" scaled="0"/>
                </a:gradFill>
              </a:defRPr>
            </a:lvl3pPr>
            <a:lvl4pPr marL="456057" indent="0">
              <a:buNone/>
              <a:defRPr sz="1995">
                <a:gradFill>
                  <a:gsLst>
                    <a:gs pos="1000">
                      <a:schemeClr val="bg2"/>
                    </a:gs>
                    <a:gs pos="98000">
                      <a:schemeClr val="bg2"/>
                    </a:gs>
                  </a:gsLst>
                  <a:lin ang="5400000" scaled="0"/>
                </a:gradFill>
              </a:defRPr>
            </a:lvl4pPr>
            <a:lvl5pPr marL="692004" indent="0">
              <a:buNone/>
              <a:defRPr sz="1995">
                <a:gradFill>
                  <a:gsLst>
                    <a:gs pos="1000">
                      <a:schemeClr val="bg2"/>
                    </a:gs>
                    <a:gs pos="98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7928" y="1447804"/>
            <a:ext cx="5394960" cy="2462213"/>
          </a:xfrm>
        </p:spPr>
        <p:txBody>
          <a:bodyPr/>
          <a:lstStyle>
            <a:lvl1pPr marL="0" indent="0">
              <a:spcBef>
                <a:spcPts val="1197"/>
              </a:spcBef>
              <a:buNone/>
              <a:defRPr lang="en-US" sz="3990" kern="1200" spc="-70" baseline="0" dirty="0" smtClean="0">
                <a:gradFill>
                  <a:gsLst>
                    <a:gs pos="1000">
                      <a:schemeClr val="bg2"/>
                    </a:gs>
                    <a:gs pos="98000">
                      <a:schemeClr val="bg2"/>
                    </a:gs>
                  </a:gsLst>
                  <a:lin ang="5400000" scaled="0"/>
                </a:gradFill>
                <a:latin typeface="+mj-lt"/>
                <a:ea typeface="+mn-ea"/>
                <a:cs typeface="+mn-cs"/>
              </a:defRPr>
            </a:lvl1pPr>
            <a:lvl2pPr marL="3167"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2pPr>
            <a:lvl3pPr marL="23278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3pPr>
            <a:lvl4pPr marL="459224"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4pPr>
            <a:lvl5pPr marL="68567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a:gradFill>
                  <a:gsLst>
                    <a:gs pos="1000">
                      <a:schemeClr val="bg2"/>
                    </a:gs>
                    <a:gs pos="98000">
                      <a:schemeClr val="bg2"/>
                    </a:gs>
                  </a:gsLst>
                  <a:lin ang="5400000" scaled="0"/>
                </a:gradFill>
                <a:latin typeface="+mn-lt"/>
                <a:ea typeface="+mn-ea"/>
                <a:cs typeface="+mn-cs"/>
              </a:defRPr>
            </a:lvl5pPr>
          </a:lstStyle>
          <a:p>
            <a:pPr marL="0" marR="0" lvl="0"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Click to edit Master text styles</a:t>
            </a:r>
          </a:p>
          <a:p>
            <a:pPr marL="0" marR="0" lvl="1"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sp>
        <p:nvSpPr>
          <p:cNvPr id="7" name="Slide Number Placeholder 9"/>
          <p:cNvSpPr>
            <a:spLocks noGrp="1"/>
          </p:cNvSpPr>
          <p:nvPr>
            <p:ph type="sldNum" sz="quarter" idx="13"/>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111962095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20701" y="1447804"/>
            <a:ext cx="5394960" cy="2351413"/>
          </a:xfrm>
        </p:spPr>
        <p:txBody>
          <a:bodyPr>
            <a:spAutoFit/>
          </a:bodyPr>
          <a:lstStyle>
            <a:lvl1pPr marL="291370" indent="-291370">
              <a:spcBef>
                <a:spcPts val="1197"/>
              </a:spcBef>
              <a:buClr>
                <a:schemeClr val="bg2"/>
              </a:buClr>
              <a:buSzPct val="100000"/>
              <a:buFont typeface="Wingdings" pitchFamily="2" charset="2"/>
              <a:buChar char=""/>
              <a:defRPr lang="en-US" sz="3591" kern="1200" spc="-70" baseline="0" dirty="0" smtClean="0">
                <a:gradFill>
                  <a:gsLst>
                    <a:gs pos="1250">
                      <a:schemeClr val="bg2"/>
                    </a:gs>
                    <a:gs pos="100000">
                      <a:schemeClr val="bg2"/>
                    </a:gs>
                  </a:gsLst>
                  <a:lin ang="5400000" scaled="0"/>
                </a:gradFill>
                <a:latin typeface="+mj-lt"/>
                <a:ea typeface="+mn-ea"/>
                <a:cs typeface="+mn-cs"/>
              </a:defRPr>
            </a:lvl1pPr>
            <a:lvl2pPr marL="519399" indent="-228028">
              <a:defRPr sz="1995"/>
            </a:lvl2pPr>
            <a:lvl3pPr marL="684086" indent="-164687">
              <a:tabLst/>
              <a:defRPr sz="1995"/>
            </a:lvl3pPr>
            <a:lvl4pPr marL="861442" indent="-177356">
              <a:defRPr/>
            </a:lvl4pPr>
            <a:lvl5pPr marL="1026129" indent="-1646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1"/>
          </p:nvPr>
        </p:nvSpPr>
        <p:spPr>
          <a:xfrm>
            <a:off x="6277928" y="1447804"/>
            <a:ext cx="5394960" cy="2720745"/>
          </a:xfrm>
        </p:spPr>
        <p:txBody>
          <a:bodyPr>
            <a:spAutoFit/>
          </a:bodyPr>
          <a:lstStyle>
            <a:lvl1pPr marL="338876" indent="-338876">
              <a:spcBef>
                <a:spcPts val="1197"/>
              </a:spcBef>
              <a:buClr>
                <a:schemeClr val="bg2"/>
              </a:buClr>
              <a:buFont typeface="Arial" pitchFamily="34" charset="0"/>
              <a:buChar char="•"/>
              <a:defRPr lang="en-US" sz="3591" kern="1200" spc="-70" baseline="0" dirty="0" smtClean="0">
                <a:gradFill>
                  <a:gsLst>
                    <a:gs pos="1250">
                      <a:schemeClr val="bg2"/>
                    </a:gs>
                    <a:gs pos="100000">
                      <a:schemeClr val="bg2"/>
                    </a:gs>
                  </a:gsLst>
                  <a:lin ang="5400000" scaled="0"/>
                </a:gradFill>
                <a:latin typeface="+mj-lt"/>
                <a:ea typeface="+mn-ea"/>
                <a:cs typeface="+mn-cs"/>
              </a:defRPr>
            </a:lvl1pPr>
            <a:lvl2pPr marL="633413" indent="-342043">
              <a:defRPr lang="en-US" sz="1995" kern="1200" spc="0" baseline="0" dirty="0" smtClean="0">
                <a:gradFill>
                  <a:gsLst>
                    <a:gs pos="1250">
                      <a:schemeClr val="bg2"/>
                    </a:gs>
                    <a:gs pos="100000">
                      <a:schemeClr val="bg2"/>
                    </a:gs>
                  </a:gsLst>
                  <a:lin ang="5400000" scaled="0"/>
                </a:gradFill>
                <a:latin typeface="+mn-lt"/>
                <a:ea typeface="+mn-ea"/>
                <a:cs typeface="+mn-cs"/>
              </a:defRPr>
            </a:lvl2pPr>
            <a:lvl3pPr marL="861442" indent="-342043">
              <a:defRPr lang="en-US" sz="1995" kern="1200" spc="0" baseline="0" dirty="0" smtClean="0">
                <a:gradFill>
                  <a:gsLst>
                    <a:gs pos="1250">
                      <a:schemeClr val="bg2"/>
                    </a:gs>
                    <a:gs pos="100000">
                      <a:schemeClr val="bg2"/>
                    </a:gs>
                  </a:gsLst>
                  <a:lin ang="5400000" scaled="0"/>
                </a:gradFill>
                <a:latin typeface="+mn-lt"/>
                <a:ea typeface="+mn-ea"/>
                <a:cs typeface="+mn-cs"/>
              </a:defRPr>
            </a:lvl3pPr>
            <a:lvl4pPr marL="1026129" indent="-342043">
              <a:defRPr lang="en-US" sz="1995" kern="1200" spc="0" baseline="0" dirty="0" smtClean="0">
                <a:gradFill>
                  <a:gsLst>
                    <a:gs pos="1250">
                      <a:schemeClr val="bg2"/>
                    </a:gs>
                    <a:gs pos="100000">
                      <a:schemeClr val="bg2"/>
                    </a:gs>
                  </a:gsLst>
                  <a:lin ang="5400000" scaled="0"/>
                </a:gradFill>
                <a:latin typeface="+mn-lt"/>
                <a:ea typeface="+mn-ea"/>
                <a:cs typeface="+mn-cs"/>
              </a:defRPr>
            </a:lvl4pPr>
            <a:lvl5pPr marL="1203484" indent="-342043">
              <a:defRPr lang="en-US" sz="1995" kern="1200" spc="0" baseline="0" dirty="0">
                <a:gradFill>
                  <a:gsLst>
                    <a:gs pos="1250">
                      <a:schemeClr val="bg2"/>
                    </a:gs>
                    <a:gs pos="100000">
                      <a:schemeClr val="bg2"/>
                    </a:gs>
                  </a:gsLst>
                  <a:lin ang="5400000" scaled="0"/>
                </a:gradFill>
                <a:latin typeface="+mn-lt"/>
                <a:ea typeface="+mn-ea"/>
                <a:cs typeface="+mn-cs"/>
              </a:defRPr>
            </a:lvl5pPr>
          </a:lstStyle>
          <a:p>
            <a:pPr marL="291370" marR="0" lvl="0"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Click to edit Master text styles</a:t>
            </a:r>
          </a:p>
          <a:p>
            <a:pPr marL="291370" marR="0" lvl="1"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Second level</a:t>
            </a:r>
          </a:p>
          <a:p>
            <a:pPr marL="291370" marR="0" lvl="2"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Third level</a:t>
            </a:r>
          </a:p>
          <a:p>
            <a:pPr marL="291370" marR="0" lvl="3"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Fourth level</a:t>
            </a:r>
          </a:p>
          <a:p>
            <a:pPr marL="291370" marR="0" lvl="4"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Fifth level</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9" name="Picture 8"/>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168310444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701" y="1447804"/>
            <a:ext cx="5433533" cy="1661993"/>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12" name="Title 1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159832584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701" y="1447801"/>
            <a:ext cx="5433533" cy="1178442"/>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701"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pic>
        <p:nvPicPr>
          <p:cNvPr id="8" name="Picture 7"/>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340890193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8091" y="1447801"/>
            <a:ext cx="5433533" cy="1178442"/>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6218092"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4" name="Picture Placeholder 3"/>
          <p:cNvSpPr>
            <a:spLocks noGrp="1"/>
          </p:cNvSpPr>
          <p:nvPr>
            <p:ph type="pic" sz="quarter" idx="14" hasCustomPrompt="1"/>
          </p:nvPr>
        </p:nvSpPr>
        <p:spPr>
          <a:xfrm>
            <a:off x="0" y="0"/>
            <a:ext cx="5980112" cy="6858000"/>
          </a:xfrm>
        </p:spPr>
        <p:txBody>
          <a:bodyPr lIns="182880" anchor="ctr"/>
          <a:lstStyle>
            <a:lvl1pPr marL="0" indent="0" algn="l">
              <a:buNone/>
              <a:defRPr/>
            </a:lvl1pPr>
          </a:lstStyle>
          <a:p>
            <a:r>
              <a:rPr lang="en-US" dirty="0"/>
              <a:t>Click to insert photo.</a:t>
            </a:r>
          </a:p>
        </p:txBody>
      </p:sp>
    </p:spTree>
    <p:extLst>
      <p:ext uri="{BB962C8B-B14F-4D97-AF65-F5344CB8AC3E}">
        <p14:creationId xmlns:p14="http://schemas.microsoft.com/office/powerpoint/2010/main" val="26263737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0" y="720725"/>
            <a:ext cx="3819289" cy="1687393"/>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Tree>
    <p:extLst>
      <p:ext uri="{BB962C8B-B14F-4D97-AF65-F5344CB8AC3E}">
        <p14:creationId xmlns:p14="http://schemas.microsoft.com/office/powerpoint/2010/main" val="190539853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lor Block Header&amp; Subtext">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12075" y="27027"/>
            <a:ext cx="2852227" cy="2751138"/>
          </a:xfrm>
          <a:prstGeom prst="rect">
            <a:avLst/>
          </a:prstGeom>
        </p:spPr>
        <p:txBody>
          <a:bodyPr anchor="b" anchorCtr="0">
            <a:noAutofit/>
          </a:bodyPr>
          <a:lstStyle>
            <a:lvl1pPr marL="0" indent="0">
              <a:lnSpc>
                <a:spcPts val="3800"/>
              </a:lnSpc>
              <a:spcBef>
                <a:spcPts val="0"/>
              </a:spcBef>
              <a:buNone/>
              <a:defRPr sz="360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7" name="Text Placeholder 6"/>
          <p:cNvSpPr>
            <a:spLocks noGrp="1"/>
          </p:cNvSpPr>
          <p:nvPr>
            <p:ph type="body" sz="quarter" idx="10"/>
          </p:nvPr>
        </p:nvSpPr>
        <p:spPr>
          <a:xfrm>
            <a:off x="532923" y="3054083"/>
            <a:ext cx="2865884" cy="3575317"/>
          </a:xfrm>
        </p:spPr>
        <p:txBody>
          <a:bodyPr/>
          <a:lstStyle>
            <a:lvl1pPr marL="0" indent="0">
              <a:lnSpc>
                <a:spcPts val="2200"/>
              </a:lnSpc>
              <a:spcBef>
                <a:spcPts val="0"/>
              </a:spcBef>
              <a:spcAft>
                <a:spcPts val="1200"/>
              </a:spcAft>
              <a:buNone/>
              <a:defRPr sz="2100" spc="0" baseline="0">
                <a:solidFill>
                  <a:schemeClr val="bg1"/>
                </a:solidFill>
                <a:latin typeface="+mj-lt"/>
              </a:defRPr>
            </a:lvl1pPr>
            <a:lvl2pPr marL="0" indent="0">
              <a:lnSpc>
                <a:spcPts val="2200"/>
              </a:lnSpc>
              <a:spcBef>
                <a:spcPts val="0"/>
              </a:spcBef>
              <a:spcAft>
                <a:spcPts val="1200"/>
              </a:spcAft>
              <a:buNone/>
              <a:defRPr sz="2100" spc="0" baseline="0">
                <a:solidFill>
                  <a:schemeClr val="bg1"/>
                </a:solidFill>
                <a:latin typeface="+mj-lt"/>
              </a:defRPr>
            </a:lvl2pPr>
            <a:lvl3pPr marL="0" indent="0">
              <a:lnSpc>
                <a:spcPts val="2200"/>
              </a:lnSpc>
              <a:spcBef>
                <a:spcPts val="0"/>
              </a:spcBef>
              <a:spcAft>
                <a:spcPts val="1200"/>
              </a:spcAft>
              <a:buNone/>
              <a:defRPr sz="2100" spc="0" baseline="0">
                <a:solidFill>
                  <a:schemeClr val="bg1"/>
                </a:solidFill>
                <a:latin typeface="+mj-lt"/>
              </a:defRPr>
            </a:lvl3pPr>
            <a:lvl4pPr marL="0" indent="0">
              <a:lnSpc>
                <a:spcPts val="2200"/>
              </a:lnSpc>
              <a:spcBef>
                <a:spcPts val="0"/>
              </a:spcBef>
              <a:spcAft>
                <a:spcPts val="1200"/>
              </a:spcAft>
              <a:buNone/>
              <a:defRPr sz="2100" spc="0" baseline="0">
                <a:solidFill>
                  <a:schemeClr val="bg1"/>
                </a:solidFill>
                <a:latin typeface="+mj-lt"/>
              </a:defRPr>
            </a:lvl4pPr>
            <a:lvl5pPr marL="0" indent="0">
              <a:lnSpc>
                <a:spcPts val="2200"/>
              </a:lnSpc>
              <a:spcBef>
                <a:spcPts val="0"/>
              </a:spcBef>
              <a:spcAft>
                <a:spcPts val="1200"/>
              </a:spcAft>
              <a:buNone/>
              <a:defRPr sz="2100" spc="0" baseline="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78771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lor Block text w/Photo on Right">
    <p:spTree>
      <p:nvGrpSpPr>
        <p:cNvPr id="1" name=""/>
        <p:cNvGrpSpPr/>
        <p:nvPr/>
      </p:nvGrpSpPr>
      <p:grpSpPr>
        <a:xfrm>
          <a:off x="0" y="0"/>
          <a:ext cx="0" cy="0"/>
          <a:chOff x="0" y="0"/>
          <a:chExt cx="0" cy="0"/>
        </a:xfrm>
      </p:grpSpPr>
      <p:sp>
        <p:nvSpPr>
          <p:cNvPr id="7" name="Rectangle 6"/>
          <p:cNvSpPr/>
          <p:nvPr/>
        </p:nvSpPr>
        <p:spPr bwMode="white">
          <a:xfrm>
            <a:off x="1" y="0"/>
            <a:ext cx="621982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1" y="1447801"/>
            <a:ext cx="5433533" cy="1178442"/>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520701"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1"/>
                    </a:gs>
                    <a:gs pos="0">
                      <a:schemeClr val="bg1"/>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4" name="Picture Placeholder 3"/>
          <p:cNvSpPr>
            <a:spLocks noGrp="1"/>
          </p:cNvSpPr>
          <p:nvPr>
            <p:ph type="pic" sz="quarter" idx="14" hasCustomPrompt="1"/>
          </p:nvPr>
        </p:nvSpPr>
        <p:spPr>
          <a:xfrm>
            <a:off x="6208713" y="0"/>
            <a:ext cx="5980112" cy="6858000"/>
          </a:xfrm>
        </p:spPr>
        <p:txBody>
          <a:bodyPr lIns="182880" anchor="ctr"/>
          <a:lstStyle>
            <a:lvl1pPr marL="0" indent="0" algn="l">
              <a:buNone/>
              <a:defRPr/>
            </a:lvl1pPr>
          </a:lstStyle>
          <a:p>
            <a:r>
              <a:rPr lang="en-US" dirty="0"/>
              <a:t>Click to insert photo.</a:t>
            </a:r>
          </a:p>
        </p:txBody>
      </p:sp>
    </p:spTree>
    <p:extLst>
      <p:ext uri="{BB962C8B-B14F-4D97-AF65-F5344CB8AC3E}">
        <p14:creationId xmlns:p14="http://schemas.microsoft.com/office/powerpoint/2010/main" val="272865080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lor Block text w/Photo on Left">
    <p:spTree>
      <p:nvGrpSpPr>
        <p:cNvPr id="1" name=""/>
        <p:cNvGrpSpPr/>
        <p:nvPr/>
      </p:nvGrpSpPr>
      <p:grpSpPr>
        <a:xfrm>
          <a:off x="0" y="0"/>
          <a:ext cx="0" cy="0"/>
          <a:chOff x="0" y="0"/>
          <a:chExt cx="0" cy="0"/>
        </a:xfrm>
      </p:grpSpPr>
      <p:sp>
        <p:nvSpPr>
          <p:cNvPr id="7" name="Rectangle 6"/>
          <p:cNvSpPr/>
          <p:nvPr/>
        </p:nvSpPr>
        <p:spPr bwMode="white">
          <a:xfrm>
            <a:off x="8763990" y="0"/>
            <a:ext cx="3437533"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8763990" y="1447801"/>
            <a:ext cx="2887633" cy="1178442"/>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8763991" y="3264991"/>
            <a:ext cx="2898266"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1"/>
                    </a:gs>
                    <a:gs pos="0">
                      <a:schemeClr val="bg1"/>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dirty="0"/>
              <a:t>Click to edit Master text styles</a:t>
            </a:r>
          </a:p>
        </p:txBody>
      </p:sp>
      <p:sp>
        <p:nvSpPr>
          <p:cNvPr id="4" name="Picture Placeholder 3"/>
          <p:cNvSpPr>
            <a:spLocks noGrp="1"/>
          </p:cNvSpPr>
          <p:nvPr>
            <p:ph type="pic" sz="quarter" idx="14" hasCustomPrompt="1"/>
          </p:nvPr>
        </p:nvSpPr>
        <p:spPr>
          <a:xfrm>
            <a:off x="661596" y="532563"/>
            <a:ext cx="7966080" cy="6858000"/>
          </a:xfrm>
        </p:spPr>
        <p:txBody>
          <a:bodyPr lIns="182880" anchor="ctr"/>
          <a:lstStyle>
            <a:lvl1pPr marL="0" indent="0" algn="l">
              <a:buNone/>
              <a:defRPr/>
            </a:lvl1pPr>
          </a:lstStyle>
          <a:p>
            <a:r>
              <a:rPr lang="en-US" dirty="0"/>
              <a:t>Click to insert photo.</a:t>
            </a:r>
          </a:p>
        </p:txBody>
      </p:sp>
      <p:pic>
        <p:nvPicPr>
          <p:cNvPr id="35" name="Picture 34"/>
          <p:cNvPicPr>
            <a:picLocks noChangeAspect="1"/>
          </p:cNvPicPr>
          <p:nvPr userDrawn="1"/>
        </p:nvPicPr>
        <p:blipFill>
          <a:blip r:embed="rId2"/>
          <a:stretch>
            <a:fillRect/>
          </a:stretch>
        </p:blipFill>
        <p:spPr>
          <a:xfrm>
            <a:off x="10795674" y="6255100"/>
            <a:ext cx="1269536" cy="501941"/>
          </a:xfrm>
          <a:prstGeom prst="rect">
            <a:avLst/>
          </a:prstGeom>
        </p:spPr>
      </p:pic>
    </p:spTree>
    <p:extLst>
      <p:ext uri="{BB962C8B-B14F-4D97-AF65-F5344CB8AC3E}">
        <p14:creationId xmlns:p14="http://schemas.microsoft.com/office/powerpoint/2010/main" val="40158544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p:nvSpPr>
        <p:spPr bwMode="white">
          <a:xfrm>
            <a:off x="1" y="857250"/>
            <a:ext cx="12188825"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701" y="1358057"/>
            <a:ext cx="11152188" cy="2863073"/>
          </a:xfrm>
          <a:prstGeom prst="rect">
            <a:avLst/>
          </a:prstGeom>
        </p:spPr>
        <p:txBody>
          <a:bodyPr>
            <a:normAutofit/>
          </a:bodyPr>
          <a:lstStyle>
            <a:lvl1pPr marL="0" indent="0">
              <a:lnSpc>
                <a:spcPct val="90000"/>
              </a:lnSpc>
              <a:buNone/>
              <a:defRPr sz="6384">
                <a:gradFill>
                  <a:gsLst>
                    <a:gs pos="100000">
                      <a:schemeClr val="bg1"/>
                    </a:gs>
                    <a:gs pos="0">
                      <a:schemeClr val="bg1"/>
                    </a:gs>
                  </a:gsLst>
                  <a:lin ang="5400000" scaled="0"/>
                </a:gradFill>
                <a:latin typeface="+mj-lt"/>
              </a:defRPr>
            </a:lvl1pPr>
            <a:lvl2pPr>
              <a:defRPr sz="6384">
                <a:solidFill>
                  <a:schemeClr val="tx2"/>
                </a:solidFill>
                <a:latin typeface="+mn-lt"/>
              </a:defRPr>
            </a:lvl2pPr>
          </a:lstStyle>
          <a:p>
            <a:pPr lvl="0"/>
            <a:r>
              <a:rPr lang="en-US" dirty="0"/>
              <a:t>“Click to edit Master text styles”</a:t>
            </a:r>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701" y="4343404"/>
            <a:ext cx="11152188" cy="470747"/>
          </a:xfrm>
          <a:prstGeom prst="rect">
            <a:avLst/>
          </a:prstGeom>
        </p:spPr>
        <p:txBody>
          <a:bodyPr>
            <a:normAutofit/>
          </a:bodyPr>
          <a:lstStyle>
            <a:lvl1pPr marL="0" indent="0">
              <a:lnSpc>
                <a:spcPct val="90000"/>
              </a:lnSpc>
              <a:buNone/>
              <a:defRPr sz="3591">
                <a:gradFill>
                  <a:gsLst>
                    <a:gs pos="100000">
                      <a:schemeClr val="bg1"/>
                    </a:gs>
                    <a:gs pos="0">
                      <a:schemeClr val="bg1"/>
                    </a:gs>
                  </a:gsLst>
                  <a:lin ang="5400000" scaled="0"/>
                </a:gradFill>
                <a:latin typeface="+mj-lt"/>
              </a:defRPr>
            </a:lvl1pPr>
            <a:lvl2pPr>
              <a:defRPr sz="6384">
                <a:solidFill>
                  <a:schemeClr val="tx2"/>
                </a:solidFill>
                <a:latin typeface="+mn-lt"/>
              </a:defRPr>
            </a:lvl2pPr>
          </a:lstStyle>
          <a:p>
            <a:pPr lvl="0"/>
            <a:r>
              <a:rPr lang="en-US"/>
              <a:t>Click to edit Master text styles</a:t>
            </a:r>
          </a:p>
        </p:txBody>
      </p:sp>
      <p:pic>
        <p:nvPicPr>
          <p:cNvPr id="7" name="Picture 6"/>
          <p:cNvPicPr>
            <a:picLocks noChangeAspect="1"/>
          </p:cNvPicPr>
          <p:nvPr userDrawn="1"/>
        </p:nvPicPr>
        <p:blipFill>
          <a:blip r:embed="rId2"/>
          <a:stretch>
            <a:fillRect/>
          </a:stretch>
        </p:blipFill>
        <p:spPr>
          <a:xfrm>
            <a:off x="10699082" y="6301222"/>
            <a:ext cx="1489745" cy="548317"/>
          </a:xfrm>
          <a:prstGeom prst="rect">
            <a:avLst/>
          </a:prstGeom>
        </p:spPr>
      </p:pic>
    </p:spTree>
    <p:extLst>
      <p:ext uri="{BB962C8B-B14F-4D97-AF65-F5344CB8AC3E}">
        <p14:creationId xmlns:p14="http://schemas.microsoft.com/office/powerpoint/2010/main" val="253558224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Tree>
    <p:extLst>
      <p:ext uri="{BB962C8B-B14F-4D97-AF65-F5344CB8AC3E}">
        <p14:creationId xmlns:p14="http://schemas.microsoft.com/office/powerpoint/2010/main" val="91020841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523468"/>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a:t>Slide for Developer Code</a:t>
            </a:r>
          </a:p>
        </p:txBody>
      </p:sp>
      <p:sp>
        <p:nvSpPr>
          <p:cNvPr id="3" name="Rectangle 2"/>
          <p:cNvSpPr/>
          <p:nvPr/>
        </p:nvSpPr>
        <p:spPr bwMode="hidden">
          <a:xfrm>
            <a:off x="1" y="1155940"/>
            <a:ext cx="12188825" cy="570206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1795"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319" y="1447804"/>
            <a:ext cx="11152188" cy="1988237"/>
          </a:xfrm>
        </p:spPr>
        <p:txBody>
          <a:bodyPr/>
          <a:lstStyle>
            <a:lvl1pPr marL="0" indent="0">
              <a:lnSpc>
                <a:spcPct val="95000"/>
              </a:lnSpc>
              <a:buNone/>
              <a:defRPr sz="3192">
                <a:gradFill>
                  <a:gsLst>
                    <a:gs pos="1250">
                      <a:srgbClr val="000000"/>
                    </a:gs>
                    <a:gs pos="100000">
                      <a:srgbClr val="000000"/>
                    </a:gs>
                  </a:gsLst>
                  <a:lin ang="5400000" scaled="0"/>
                </a:gradFill>
                <a:latin typeface="Consolas" pitchFamily="49" charset="0"/>
                <a:cs typeface="Consolas" pitchFamily="49" charset="0"/>
              </a:defRPr>
            </a:lvl1pPr>
            <a:lvl2pPr marL="33887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165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6517"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2771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24617648"/>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701" y="228604"/>
            <a:ext cx="11152188" cy="664797"/>
          </a:xfrm>
        </p:spPr>
        <p:txBody>
          <a:bodyPr/>
          <a:lstStyle>
            <a:lvl1pPr>
              <a:defRPr sz="4788"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19113" y="1447799"/>
            <a:ext cx="11149013" cy="2043636"/>
          </a:xfrm>
          <a:prstGeom prst="rect">
            <a:avLst/>
          </a:prstGeom>
        </p:spPr>
        <p:txBody>
          <a:bodyPr/>
          <a:lstStyle>
            <a:lvl1pPr marL="342043" indent="-342043">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7078" indent="-2850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2115" indent="-2850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0143" indent="-2280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68172" indent="-2280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2" y="6238880"/>
            <a:ext cx="12188826"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591"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896468836"/>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4"/>
            <a:ext cx="11149013" cy="666387"/>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9113" y="1447800"/>
            <a:ext cx="11149013" cy="946413"/>
          </a:xfrm>
        </p:spPr>
        <p:txBody>
          <a:bodyPr/>
          <a:lstStyle>
            <a:lvl1pPr marL="0" indent="0">
              <a:spcBef>
                <a:spcPts val="0"/>
              </a:spcBef>
              <a:spcAft>
                <a:spcPts val="898"/>
              </a:spcAft>
              <a:buNone/>
              <a:defRPr sz="3990" spc="-100" baseline="0">
                <a:latin typeface="Segoe UI Light" pitchFamily="34" charset="0"/>
              </a:defRPr>
            </a:lvl1pPr>
            <a:lvl2pPr marL="0" indent="0">
              <a:spcBef>
                <a:spcPts val="0"/>
              </a:spcBef>
              <a:spcAft>
                <a:spcPts val="399"/>
              </a:spcAft>
              <a:buNone/>
              <a:defRPr sz="1995" spc="-50" baseline="0"/>
            </a:lvl2pPr>
            <a:lvl3pPr marL="0" indent="0">
              <a:spcBef>
                <a:spcPts val="0"/>
              </a:spcBef>
              <a:spcAft>
                <a:spcPts val="399"/>
              </a:spcAft>
              <a:buNone/>
              <a:defRPr sz="1995"/>
            </a:lvl3pPr>
            <a:lvl4pPr marL="0" indent="0">
              <a:spcBef>
                <a:spcPts val="0"/>
              </a:spcBef>
              <a:spcAft>
                <a:spcPts val="399"/>
              </a:spcAft>
              <a:buNone/>
              <a:defRPr/>
            </a:lvl4pPr>
            <a:lvl5pPr marL="0" indent="0">
              <a:spcBef>
                <a:spcPts val="0"/>
              </a:spcBef>
              <a:spcAft>
                <a:spcPts val="399"/>
              </a:spcAft>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66260850"/>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22276" y="1239664"/>
            <a:ext cx="5570564" cy="346248"/>
          </a:xfrm>
        </p:spPr>
        <p:txBody>
          <a:bodyPr anchor="b"/>
          <a:lstStyle>
            <a:lvl1pPr marL="0" indent="0">
              <a:lnSpc>
                <a:spcPct val="90000"/>
              </a:lnSpc>
              <a:spcBef>
                <a:spcPts val="0"/>
              </a:spcBef>
              <a:buNone/>
              <a:defRPr sz="2494" b="0">
                <a:latin typeface="Segoe UI Semibold" pitchFamily="34" charset="0"/>
              </a:defRPr>
            </a:lvl1pPr>
            <a:lvl2pPr marL="456072" indent="0">
              <a:buNone/>
              <a:defRPr sz="1995" b="1"/>
            </a:lvl2pPr>
            <a:lvl3pPr marL="912145" indent="0">
              <a:buNone/>
              <a:defRPr sz="1829" b="1"/>
            </a:lvl3pPr>
            <a:lvl4pPr marL="1368216" indent="0">
              <a:buNone/>
              <a:defRPr sz="1580" b="1"/>
            </a:lvl4pPr>
            <a:lvl5pPr marL="1824291" indent="0">
              <a:buNone/>
              <a:defRPr sz="1580" b="1"/>
            </a:lvl5pPr>
            <a:lvl6pPr marL="2280363" indent="0">
              <a:buNone/>
              <a:defRPr sz="1580" b="1"/>
            </a:lvl6pPr>
            <a:lvl7pPr marL="2736435" indent="0">
              <a:buNone/>
              <a:defRPr sz="1580" b="1"/>
            </a:lvl7pPr>
            <a:lvl8pPr marL="3192507" indent="0">
              <a:buNone/>
              <a:defRPr sz="1580" b="1"/>
            </a:lvl8pPr>
            <a:lvl9pPr marL="3648579" indent="0">
              <a:buNone/>
              <a:defRPr sz="1580" b="1"/>
            </a:lvl9pPr>
          </a:lstStyle>
          <a:p>
            <a:pPr lvl="0"/>
            <a:r>
              <a:rPr lang="en-US"/>
              <a:t>Click to edit Master text styles</a:t>
            </a:r>
          </a:p>
        </p:txBody>
      </p:sp>
      <p:sp>
        <p:nvSpPr>
          <p:cNvPr id="4" name="Content Placeholder 3"/>
          <p:cNvSpPr>
            <a:spLocks noGrp="1"/>
          </p:cNvSpPr>
          <p:nvPr>
            <p:ph sz="half" idx="2"/>
          </p:nvPr>
        </p:nvSpPr>
        <p:spPr>
          <a:xfrm>
            <a:off x="411056" y="1905000"/>
            <a:ext cx="5581783" cy="1394228"/>
          </a:xfrm>
        </p:spPr>
        <p:txBody>
          <a:bodyPr/>
          <a:lstStyle>
            <a:lvl1pPr marL="281086" indent="-281086">
              <a:defRPr sz="1995"/>
            </a:lvl1pPr>
            <a:lvl2pPr marL="560853" indent="-265251">
              <a:defRPr sz="1829"/>
            </a:lvl2pPr>
            <a:lvl3pPr marL="811589" indent="-242816">
              <a:defRPr sz="1580"/>
            </a:lvl3pPr>
            <a:lvl4pPr marL="1047806" indent="-228301">
              <a:defRPr sz="1580"/>
            </a:lvl4pPr>
            <a:lvl5pPr marL="1276106" indent="-205867">
              <a:defRPr sz="1580"/>
            </a:lvl5pPr>
            <a:lvl6pPr>
              <a:defRPr sz="1580"/>
            </a:lvl6pPr>
            <a:lvl7pPr>
              <a:defRPr sz="1580"/>
            </a:lvl7pPr>
            <a:lvl8pPr>
              <a:defRPr sz="1580"/>
            </a:lvl8pPr>
            <a:lvl9pPr>
              <a:defRPr sz="15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239664"/>
            <a:ext cx="5638800" cy="346248"/>
          </a:xfrm>
        </p:spPr>
        <p:txBody>
          <a:bodyPr anchor="b"/>
          <a:lstStyle>
            <a:lvl1pPr marL="0" indent="0">
              <a:lnSpc>
                <a:spcPct val="90000"/>
              </a:lnSpc>
              <a:spcBef>
                <a:spcPts val="0"/>
              </a:spcBef>
              <a:buNone/>
              <a:defRPr sz="2494" b="1"/>
            </a:lvl1pPr>
            <a:lvl2pPr marL="456072" indent="0">
              <a:buNone/>
              <a:defRPr sz="1995" b="1"/>
            </a:lvl2pPr>
            <a:lvl3pPr marL="912145" indent="0">
              <a:buNone/>
              <a:defRPr sz="1829" b="1"/>
            </a:lvl3pPr>
            <a:lvl4pPr marL="1368216" indent="0">
              <a:buNone/>
              <a:defRPr sz="1580" b="1"/>
            </a:lvl4pPr>
            <a:lvl5pPr marL="1824291" indent="0">
              <a:buNone/>
              <a:defRPr sz="1580" b="1"/>
            </a:lvl5pPr>
            <a:lvl6pPr marL="2280363" indent="0">
              <a:buNone/>
              <a:defRPr sz="1580" b="1"/>
            </a:lvl6pPr>
            <a:lvl7pPr marL="2736435" indent="0">
              <a:buNone/>
              <a:defRPr sz="1580" b="1"/>
            </a:lvl7pPr>
            <a:lvl8pPr marL="3192507" indent="0">
              <a:buNone/>
              <a:defRPr sz="1580" b="1"/>
            </a:lvl8pPr>
            <a:lvl9pPr marL="3648579" indent="0">
              <a:buNone/>
              <a:defRPr sz="1580" b="1"/>
            </a:lvl9pPr>
          </a:lstStyle>
          <a:p>
            <a:pPr lvl="0"/>
            <a:r>
              <a:rPr lang="en-US"/>
              <a:t>Click to edit Master text styles</a:t>
            </a:r>
          </a:p>
        </p:txBody>
      </p:sp>
      <p:sp>
        <p:nvSpPr>
          <p:cNvPr id="6" name="Content Placeholder 5"/>
          <p:cNvSpPr>
            <a:spLocks noGrp="1"/>
          </p:cNvSpPr>
          <p:nvPr>
            <p:ph sz="quarter" idx="4"/>
          </p:nvPr>
        </p:nvSpPr>
        <p:spPr>
          <a:xfrm>
            <a:off x="6181727" y="1905001"/>
            <a:ext cx="5608493" cy="1394228"/>
          </a:xfrm>
        </p:spPr>
        <p:txBody>
          <a:bodyPr/>
          <a:lstStyle>
            <a:lvl1pPr marL="295602" indent="-295602">
              <a:defRPr sz="1995"/>
            </a:lvl1pPr>
            <a:lvl2pPr marL="568771" indent="-273169">
              <a:defRPr sz="1829"/>
            </a:lvl2pPr>
            <a:lvl3pPr marL="819505" indent="-244136">
              <a:defRPr sz="1580"/>
            </a:lvl3pPr>
            <a:lvl4pPr marL="1047806" indent="-236219">
              <a:defRPr sz="1580"/>
            </a:lvl4pPr>
            <a:lvl5pPr marL="1276106" indent="-220383">
              <a:defRPr sz="1580"/>
            </a:lvl5pPr>
            <a:lvl6pPr>
              <a:defRPr sz="1580"/>
            </a:lvl6pPr>
            <a:lvl7pPr>
              <a:defRPr sz="1580"/>
            </a:lvl7pPr>
            <a:lvl8pPr>
              <a:defRPr sz="1580"/>
            </a:lvl8pPr>
            <a:lvl9pPr>
              <a:defRPr sz="15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590215" y="6344945"/>
            <a:ext cx="1371600" cy="436856"/>
          </a:xfrm>
          <a:prstGeom prst="rect">
            <a:avLst/>
          </a:prstGeom>
        </p:spPr>
      </p:pic>
    </p:spTree>
    <p:extLst>
      <p:ext uri="{BB962C8B-B14F-4D97-AF65-F5344CB8AC3E}">
        <p14:creationId xmlns:p14="http://schemas.microsoft.com/office/powerpoint/2010/main" val="646377339"/>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1188" y="1449390"/>
            <a:ext cx="5397500" cy="1742015"/>
          </a:xfrm>
          <a:prstGeom prst="rect">
            <a:avLst/>
          </a:prstGeom>
        </p:spPr>
        <p:txBody>
          <a:bodyPr/>
          <a:lstStyle>
            <a:lvl1pPr marL="228097" indent="-228097">
              <a:lnSpc>
                <a:spcPct val="90000"/>
              </a:lnSpc>
              <a:defRPr sz="2794">
                <a:latin typeface="Segoe UI" pitchFamily="34" charset="0"/>
              </a:defRPr>
            </a:lvl1pPr>
            <a:lvl2pPr marL="456194" indent="-228097">
              <a:lnSpc>
                <a:spcPct val="90000"/>
              </a:lnSpc>
              <a:defRPr sz="2395"/>
            </a:lvl2pPr>
            <a:lvl3pPr marL="684291" indent="-228097">
              <a:lnSpc>
                <a:spcPct val="90000"/>
              </a:lnSpc>
              <a:defRPr sz="1996"/>
            </a:lvl3pPr>
            <a:lvl4pPr marL="912388" indent="-228097">
              <a:lnSpc>
                <a:spcPct val="90000"/>
              </a:lnSpc>
              <a:defRPr sz="1796"/>
            </a:lvl4pPr>
            <a:lvl5pPr marL="1089797" indent="-177409">
              <a:lnSpc>
                <a:spcPct val="90000"/>
              </a:lnSpc>
              <a:defRPr sz="1796"/>
            </a:lvl5pPr>
            <a:lvl6pPr>
              <a:defRPr sz="1796"/>
            </a:lvl6pPr>
            <a:lvl7pPr>
              <a:defRPr sz="1796"/>
            </a:lvl7pPr>
            <a:lvl8pPr>
              <a:defRPr sz="1796"/>
            </a:lvl8pPr>
            <a:lvl9pPr>
              <a:defRPr sz="179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3414" y="1449390"/>
            <a:ext cx="5399087" cy="1742015"/>
          </a:xfrm>
          <a:prstGeom prst="rect">
            <a:avLst/>
          </a:prstGeom>
        </p:spPr>
        <p:txBody>
          <a:bodyPr/>
          <a:lstStyle>
            <a:lvl1pPr marL="228097" indent="-228097">
              <a:lnSpc>
                <a:spcPct val="90000"/>
              </a:lnSpc>
              <a:defRPr sz="2794">
                <a:latin typeface="Segoe UI" pitchFamily="34" charset="0"/>
              </a:defRPr>
            </a:lvl1pPr>
            <a:lvl2pPr marL="456194" indent="-228097">
              <a:lnSpc>
                <a:spcPct val="90000"/>
              </a:lnSpc>
              <a:defRPr sz="2395"/>
            </a:lvl2pPr>
            <a:lvl3pPr marL="684291" indent="-228097">
              <a:lnSpc>
                <a:spcPct val="90000"/>
              </a:lnSpc>
              <a:defRPr sz="1996"/>
            </a:lvl3pPr>
            <a:lvl4pPr marL="912388" indent="-228097">
              <a:lnSpc>
                <a:spcPct val="90000"/>
              </a:lnSpc>
              <a:defRPr sz="1796"/>
            </a:lvl4pPr>
            <a:lvl5pPr marL="1089797" indent="-177409">
              <a:lnSpc>
                <a:spcPct val="90000"/>
              </a:lnSpc>
              <a:defRPr sz="1796"/>
            </a:lvl5pPr>
            <a:lvl6pPr>
              <a:defRPr sz="1796"/>
            </a:lvl6pPr>
            <a:lvl7pPr>
              <a:defRPr sz="1796"/>
            </a:lvl7pPr>
            <a:lvl8pPr>
              <a:defRPr sz="1796"/>
            </a:lvl8pPr>
            <a:lvl9pPr>
              <a:defRPr sz="179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04376793"/>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2278" y="436565"/>
            <a:ext cx="11398250" cy="450123"/>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422278" y="1198565"/>
            <a:ext cx="11398250" cy="13378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590213" y="6344945"/>
            <a:ext cx="1371600" cy="436856"/>
          </a:xfrm>
          <a:prstGeom prst="rect">
            <a:avLst/>
          </a:prstGeom>
        </p:spPr>
      </p:pic>
    </p:spTree>
    <p:extLst>
      <p:ext uri="{BB962C8B-B14F-4D97-AF65-F5344CB8AC3E}">
        <p14:creationId xmlns:p14="http://schemas.microsoft.com/office/powerpoint/2010/main" val="226866307"/>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691332"/>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_Conten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08715" y="3319887"/>
            <a:ext cx="5980112" cy="332527"/>
          </a:xfrm>
        </p:spPr>
        <p:txBody>
          <a:bodyPr lIns="182611" anchor="ctr"/>
          <a:lstStyle>
            <a:lvl1pPr marL="0" indent="0" algn="l">
              <a:buNone/>
              <a:defRPr/>
            </a:lvl1pPr>
          </a:lstStyle>
          <a:p>
            <a:r>
              <a:rPr lang="en-US" dirty="0"/>
              <a:t>Click to insert photo.</a:t>
            </a:r>
          </a:p>
        </p:txBody>
      </p:sp>
      <p:sp>
        <p:nvSpPr>
          <p:cNvPr id="3" name="Text Placeholder 2"/>
          <p:cNvSpPr>
            <a:spLocks noGrp="1"/>
          </p:cNvSpPr>
          <p:nvPr>
            <p:ph type="body" idx="1" hasCustomPrompt="1"/>
          </p:nvPr>
        </p:nvSpPr>
        <p:spPr>
          <a:xfrm>
            <a:off x="520700" y="1447802"/>
            <a:ext cx="5433533" cy="1178443"/>
          </a:xfrm>
          <a:prstGeom prst="rect">
            <a:avLst/>
          </a:prstGeom>
        </p:spPr>
        <p:txBody>
          <a:bodyPr>
            <a:noAutofit/>
          </a:bodyPr>
          <a:lstStyle>
            <a:lvl1pPr marL="0" indent="0">
              <a:spcBef>
                <a:spcPts val="900"/>
              </a:spcBef>
              <a:buNone/>
              <a:defRPr sz="3000" b="0" cap="none" baseline="0">
                <a:solidFill>
                  <a:schemeClr val="tx2"/>
                </a:solidFill>
                <a:latin typeface="+mj-lt"/>
              </a:defRPr>
            </a:lvl1pPr>
            <a:lvl2pPr marL="456449" indent="0">
              <a:buNone/>
              <a:defRPr sz="2025" b="1"/>
            </a:lvl2pPr>
            <a:lvl3pPr marL="912899" indent="0">
              <a:buNone/>
              <a:defRPr sz="1800" b="1"/>
            </a:lvl3pPr>
            <a:lvl4pPr marL="1369349" indent="0">
              <a:buNone/>
              <a:defRPr sz="1575" b="1"/>
            </a:lvl4pPr>
            <a:lvl5pPr marL="1825798" indent="0">
              <a:buNone/>
              <a:defRPr sz="1575" b="1"/>
            </a:lvl5pPr>
            <a:lvl6pPr marL="2282248" indent="0">
              <a:buNone/>
              <a:defRPr sz="1575" b="1"/>
            </a:lvl6pPr>
            <a:lvl7pPr marL="2738697" indent="0">
              <a:buNone/>
              <a:defRPr sz="1575" b="1"/>
            </a:lvl7pPr>
            <a:lvl8pPr marL="3195146" indent="0">
              <a:buNone/>
              <a:defRPr sz="1575" b="1"/>
            </a:lvl8pPr>
            <a:lvl9pPr marL="3651596" indent="0">
              <a:buNone/>
              <a:defRPr sz="1575" b="1"/>
            </a:lvl9pPr>
          </a:lstStyle>
          <a:p>
            <a:pPr lvl="0"/>
            <a:r>
              <a:rPr lang="en-US" dirty="0"/>
              <a:t>Click to edit Master text styles.</a:t>
            </a:r>
          </a:p>
        </p:txBody>
      </p:sp>
      <p:sp>
        <p:nvSpPr>
          <p:cNvPr id="10" name="Slide Number Placeholder 9"/>
          <p:cNvSpPr>
            <a:spLocks noGrp="1"/>
          </p:cNvSpPr>
          <p:nvPr>
            <p:ph type="sldNum" sz="quarter" idx="12"/>
          </p:nvPr>
        </p:nvSpPr>
        <p:spPr>
          <a:xfrm>
            <a:off x="520700" y="6399557"/>
            <a:ext cx="560686" cy="219456"/>
          </a:xfrm>
          <a:prstGeom prst="rect">
            <a:avLst/>
          </a:prstGeom>
        </p:spPr>
        <p:txBody>
          <a:bodyPr lIns="121720" tIns="60860" rIns="121720" bIns="60860" anchor="ctr"/>
          <a:lstStyle>
            <a:lvl1pPr algn="l">
              <a:defRPr sz="1200">
                <a:gradFill>
                  <a:gsLst>
                    <a:gs pos="100000">
                      <a:schemeClr val="bg2"/>
                    </a:gs>
                    <a:gs pos="0">
                      <a:schemeClr val="bg2"/>
                    </a:gs>
                  </a:gsLst>
                  <a:lin ang="5400000" scaled="0"/>
                </a:gradFill>
              </a:defRPr>
            </a:lvl1pPr>
          </a:lstStyle>
          <a:p>
            <a:pPr defTabSz="914400"/>
            <a:fld id="{727B4C2D-45E2-4621-8491-2995EB46A674}" type="slidenum">
              <a:rPr lang="en-US" smtClean="0">
                <a:gradFill>
                  <a:gsLst>
                    <a:gs pos="100000">
                      <a:srgbClr val="EAEEFB"/>
                    </a:gs>
                    <a:gs pos="0">
                      <a:srgbClr val="EAEEFB"/>
                    </a:gs>
                  </a:gsLst>
                  <a:lin ang="5400000" scaled="0"/>
                </a:gradFill>
              </a:rPr>
              <a:pPr defTabSz="914400"/>
              <a:t>‹#›</a:t>
            </a:fld>
            <a:endParaRPr lang="en-US" dirty="0">
              <a:gradFill>
                <a:gsLst>
                  <a:gs pos="100000">
                    <a:srgbClr val="EAEEFB"/>
                  </a:gs>
                  <a:gs pos="0">
                    <a:srgbClr val="EAEEFB"/>
                  </a:gs>
                </a:gsLst>
                <a:lin ang="5400000" scaled="0"/>
              </a:gradFill>
            </a:endParaRPr>
          </a:p>
        </p:txBody>
      </p:sp>
      <p:sp>
        <p:nvSpPr>
          <p:cNvPr id="9" name="Content Placeholder 5"/>
          <p:cNvSpPr>
            <a:spLocks noGrp="1"/>
          </p:cNvSpPr>
          <p:nvPr>
            <p:ph sz="quarter" idx="13"/>
          </p:nvPr>
        </p:nvSpPr>
        <p:spPr>
          <a:xfrm>
            <a:off x="520702" y="2734989"/>
            <a:ext cx="5444165" cy="609399"/>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4674" indent="-285281">
              <a:defRPr lang="en-US" sz="1575" kern="1200" dirty="0" smtClean="0">
                <a:solidFill>
                  <a:schemeClr val="bg2">
                    <a:lumMod val="50000"/>
                  </a:schemeClr>
                </a:solidFill>
                <a:latin typeface="+mn-lt"/>
                <a:ea typeface="+mn-ea"/>
                <a:cs typeface="Arial" pitchFamily="34" charset="0"/>
              </a:defRPr>
            </a:lvl2pPr>
            <a:lvl3pPr marL="684674" indent="-171169">
              <a:defRPr lang="en-US" sz="1425" kern="1200" dirty="0" smtClean="0">
                <a:solidFill>
                  <a:schemeClr val="bg2">
                    <a:lumMod val="50000"/>
                  </a:schemeClr>
                </a:solidFill>
                <a:latin typeface="+mn-lt"/>
                <a:ea typeface="+mn-ea"/>
                <a:cs typeface="Arial" pitchFamily="34" charset="0"/>
              </a:defRPr>
            </a:lvl3pPr>
            <a:lvl4pPr marL="912899" indent="-171169">
              <a:defRPr lang="en-US" sz="1200" kern="1200" dirty="0" smtClean="0">
                <a:solidFill>
                  <a:schemeClr val="bg2">
                    <a:lumMod val="50000"/>
                  </a:schemeClr>
                </a:solidFill>
                <a:latin typeface="+mn-lt"/>
                <a:ea typeface="+mn-ea"/>
                <a:cs typeface="Arial" pitchFamily="34" charset="0"/>
              </a:defRPr>
            </a:lvl4pPr>
            <a:lvl5pPr marL="1084068" indent="-171169">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Click to edit Master text styles</a:t>
            </a:r>
          </a:p>
        </p:txBody>
      </p:sp>
      <p:sp>
        <p:nvSpPr>
          <p:cNvPr id="11" name="TextBox 10"/>
          <p:cNvSpPr txBox="1"/>
          <p:nvPr/>
        </p:nvSpPr>
        <p:spPr>
          <a:xfrm>
            <a:off x="10615310" y="6186238"/>
            <a:ext cx="1521272" cy="450123"/>
          </a:xfrm>
          <a:prstGeom prst="rect">
            <a:avLst/>
          </a:prstGeom>
          <a:noFill/>
        </p:spPr>
        <p:txBody>
          <a:bodyPr wrap="square" lIns="0" tIns="0" rIns="0" bIns="0" rtlCol="0" anchor="ctr">
            <a:spAutoFit/>
          </a:bodyPr>
          <a:lstStyle/>
          <a:p>
            <a:pPr algn="ctr" defTabSz="914400"/>
            <a:r>
              <a:rPr lang="en-US" sz="2925" spc="-53" dirty="0">
                <a:solidFill>
                  <a:srgbClr val="3955A1"/>
                </a:solidFill>
                <a:latin typeface="Segoe Pro" pitchFamily="34" charset="0"/>
              </a:rPr>
              <a:t>Visio</a:t>
            </a:r>
          </a:p>
        </p:txBody>
      </p:sp>
    </p:spTree>
    <p:extLst>
      <p:ext uri="{BB962C8B-B14F-4D97-AF65-F5344CB8AC3E}">
        <p14:creationId xmlns:p14="http://schemas.microsoft.com/office/powerpoint/2010/main" val="20825869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694" y="2109542"/>
            <a:ext cx="10237787" cy="997196"/>
          </a:xfrm>
        </p:spPr>
        <p:txBody>
          <a:bodyPr anchor="b" anchorCtr="0"/>
          <a:lstStyle>
            <a:lvl1pPr>
              <a:defRPr sz="7182" spc="-150"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78694" y="3425825"/>
            <a:ext cx="10237787"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a:t>Speaker Title</a:t>
            </a:r>
          </a:p>
        </p:txBody>
      </p:sp>
      <p:pic>
        <p:nvPicPr>
          <p:cNvPr id="7" name="Picture 6"/>
          <p:cNvPicPr>
            <a:picLocks noChangeAspect="1"/>
          </p:cNvPicPr>
          <p:nvPr userDrawn="1"/>
        </p:nvPicPr>
        <p:blipFill>
          <a:blip r:embed="rId2" cstate="screen">
            <a:biLevel thresh="25000"/>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20692411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113" y="2819606"/>
            <a:ext cx="11149013" cy="1218795"/>
          </a:xfrm>
        </p:spPr>
        <p:txBody>
          <a:bodyPr anchor="b" anchorCtr="0"/>
          <a:lstStyle>
            <a:lvl1pPr>
              <a:defRPr sz="8778" spc="-299" baseline="0">
                <a:gradFill>
                  <a:gsLst>
                    <a:gs pos="100000">
                      <a:schemeClr val="bg1"/>
                    </a:gs>
                    <a:gs pos="0">
                      <a:schemeClr val="bg1"/>
                    </a:gs>
                  </a:gsLst>
                  <a:lin ang="5400000" scaled="0"/>
                </a:gradFill>
              </a:defRPr>
            </a:lvl1pPr>
          </a:lstStyle>
          <a:p>
            <a:r>
              <a:rPr lang="en-US" dirty="0"/>
              <a:t>Click to edit title style</a:t>
            </a:r>
          </a:p>
        </p:txBody>
      </p:sp>
      <p:pic>
        <p:nvPicPr>
          <p:cNvPr id="4" name="Picture 3"/>
          <p:cNvPicPr>
            <a:picLocks noChangeAspect="1"/>
          </p:cNvPicPr>
          <p:nvPr userDrawn="1"/>
        </p:nvPicPr>
        <p:blipFill>
          <a:blip r:embed="rId2" cstate="screen">
            <a:biLevel thresh="25000"/>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867364987"/>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241" y="5292983"/>
            <a:ext cx="11149013" cy="1218795"/>
          </a:xfrm>
        </p:spPr>
        <p:txBody>
          <a:bodyPr anchor="b" anchorCtr="0"/>
          <a:lstStyle>
            <a:lvl1pPr>
              <a:defRPr sz="7200" spc="-299" baseline="0">
                <a:gradFill>
                  <a:gsLst>
                    <a:gs pos="100000">
                      <a:schemeClr val="bg1"/>
                    </a:gs>
                    <a:gs pos="0">
                      <a:schemeClr val="bg1"/>
                    </a:gs>
                  </a:gsLst>
                  <a:lin ang="5400000" scaled="0"/>
                </a:gradFill>
              </a:defRPr>
            </a:lvl1pPr>
          </a:lstStyle>
          <a:p>
            <a:r>
              <a:rPr lang="en-US" dirty="0"/>
              <a:t>Click to edit title style</a:t>
            </a:r>
          </a:p>
        </p:txBody>
      </p:sp>
    </p:spTree>
    <p:extLst>
      <p:ext uri="{BB962C8B-B14F-4D97-AF65-F5344CB8AC3E}">
        <p14:creationId xmlns:p14="http://schemas.microsoft.com/office/powerpoint/2010/main" val="2105315943"/>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139" y="4343404"/>
            <a:ext cx="10237786" cy="461665"/>
          </a:xfrm>
        </p:spPr>
        <p:txBody>
          <a:bodyPr>
            <a:noAutofit/>
          </a:bodyPr>
          <a:lstStyle>
            <a:lvl1pPr marL="0" indent="0" algn="l">
              <a:lnSpc>
                <a:spcPct val="90000"/>
              </a:lnSpc>
              <a:spcBef>
                <a:spcPts val="0"/>
              </a:spcBef>
              <a:buNone/>
              <a:defRPr lang="en-US" sz="3591" kern="1200" spc="-70" baseline="0" dirty="0">
                <a:gradFill>
                  <a:gsLst>
                    <a:gs pos="2083">
                      <a:schemeClr val="bg2"/>
                    </a:gs>
                    <a:gs pos="99000">
                      <a:schemeClr val="bg2"/>
                    </a:gs>
                  </a:gsLst>
                  <a:lin ang="5400000" scaled="0"/>
                </a:gradFill>
                <a:latin typeface="+mj-lt"/>
                <a:ea typeface="+mn-ea"/>
                <a:cs typeface="+mn-cs"/>
              </a:defRPr>
            </a:lvl1pPr>
            <a:lvl2pPr marL="456040" indent="0" algn="ctr">
              <a:buNone/>
              <a:defRPr>
                <a:solidFill>
                  <a:schemeClr val="tx1">
                    <a:tint val="75000"/>
                  </a:schemeClr>
                </a:solidFill>
              </a:defRPr>
            </a:lvl2pPr>
            <a:lvl3pPr marL="912078" indent="0" algn="ctr">
              <a:buNone/>
              <a:defRPr>
                <a:solidFill>
                  <a:schemeClr val="tx1">
                    <a:tint val="75000"/>
                  </a:schemeClr>
                </a:solidFill>
              </a:defRPr>
            </a:lvl3pPr>
            <a:lvl4pPr marL="1368118" indent="0" algn="ctr">
              <a:buNone/>
              <a:defRPr>
                <a:solidFill>
                  <a:schemeClr val="tx1">
                    <a:tint val="75000"/>
                  </a:schemeClr>
                </a:solidFill>
              </a:defRPr>
            </a:lvl4pPr>
            <a:lvl5pPr marL="1824156" indent="0" algn="ctr">
              <a:buNone/>
              <a:defRPr>
                <a:solidFill>
                  <a:schemeClr val="tx1">
                    <a:tint val="75000"/>
                  </a:schemeClr>
                </a:solidFill>
              </a:defRPr>
            </a:lvl5pPr>
            <a:lvl6pPr marL="2280196" indent="0" algn="ctr">
              <a:buNone/>
              <a:defRPr>
                <a:solidFill>
                  <a:schemeClr val="tx1">
                    <a:tint val="75000"/>
                  </a:schemeClr>
                </a:solidFill>
              </a:defRPr>
            </a:lvl6pPr>
            <a:lvl7pPr marL="2736234" indent="0" algn="ctr">
              <a:buNone/>
              <a:defRPr>
                <a:solidFill>
                  <a:schemeClr val="tx1">
                    <a:tint val="75000"/>
                  </a:schemeClr>
                </a:solidFill>
              </a:defRPr>
            </a:lvl7pPr>
            <a:lvl8pPr marL="3192274" indent="0" algn="ctr">
              <a:buNone/>
              <a:defRPr>
                <a:solidFill>
                  <a:schemeClr val="tx1">
                    <a:tint val="75000"/>
                  </a:schemeClr>
                </a:solidFill>
              </a:defRPr>
            </a:lvl8pPr>
            <a:lvl9pPr marL="3648313" indent="0" algn="ctr">
              <a:buNone/>
              <a:defRPr>
                <a:solidFill>
                  <a:schemeClr val="tx1">
                    <a:tint val="75000"/>
                  </a:schemeClr>
                </a:solidFill>
              </a:defRPr>
            </a:lvl9pPr>
          </a:lstStyle>
          <a:p>
            <a:pPr marL="0" marR="0" lvl="0" indent="0" algn="l" defTabSz="912078" rtl="0" eaLnBrk="1" fontAlgn="auto" latinLnBrk="0" hangingPunct="1">
              <a:lnSpc>
                <a:spcPct val="90000"/>
              </a:lnSpc>
              <a:spcBef>
                <a:spcPts val="0"/>
              </a:spcBef>
              <a:spcAft>
                <a:spcPts val="0"/>
              </a:spcAft>
              <a:buClrTx/>
              <a:buSzPct val="90000"/>
              <a:buFont typeface="Arial" pitchFamily="34" charset="0"/>
              <a:buNone/>
              <a:tabLst/>
            </a:pPr>
            <a:r>
              <a:rPr lang="en-US"/>
              <a:t>Click to edit Master subtitle style</a:t>
            </a:r>
            <a:endParaRPr lang="en-US" dirty="0"/>
          </a:p>
        </p:txBody>
      </p:sp>
      <p:sp>
        <p:nvSpPr>
          <p:cNvPr id="7" name="Text Placeholder 6"/>
          <p:cNvSpPr>
            <a:spLocks noGrp="1"/>
          </p:cNvSpPr>
          <p:nvPr>
            <p:ph type="body" sz="quarter" idx="10" hasCustomPrompt="1"/>
          </p:nvPr>
        </p:nvSpPr>
        <p:spPr>
          <a:xfrm>
            <a:off x="973140" y="2739678"/>
            <a:ext cx="10245725" cy="1378644"/>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576" b="0" kern="1200" cap="none" spc="-399"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a:t>click to…</a:t>
            </a:r>
          </a:p>
        </p:txBody>
      </p:sp>
      <p:sp>
        <p:nvSpPr>
          <p:cNvPr id="5" name="Text Placeholder 4"/>
          <p:cNvSpPr>
            <a:spLocks noGrp="1"/>
          </p:cNvSpPr>
          <p:nvPr>
            <p:ph type="body" sz="quarter" idx="11"/>
          </p:nvPr>
        </p:nvSpPr>
        <p:spPr>
          <a:xfrm>
            <a:off x="973140" y="1447800"/>
            <a:ext cx="10237787" cy="914096"/>
          </a:xfrm>
        </p:spPr>
        <p:txBody>
          <a:bodyPr wrap="square" anchor="b">
            <a:noAutofit/>
          </a:bodyPr>
          <a:lstStyle>
            <a:lvl1pPr marL="0" indent="0">
              <a:buNone/>
              <a:defRPr sz="6583" spc="-150"/>
            </a:lvl1pPr>
          </a:lstStyle>
          <a:p>
            <a:pPr lvl="0"/>
            <a:r>
              <a:rPr lang="en-US"/>
              <a:t>Click to edit Master text styles</a:t>
            </a:r>
          </a:p>
        </p:txBody>
      </p:sp>
    </p:spTree>
    <p:extLst>
      <p:ext uri="{BB962C8B-B14F-4D97-AF65-F5344CB8AC3E}">
        <p14:creationId xmlns:p14="http://schemas.microsoft.com/office/powerpoint/2010/main" val="1051769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1447799"/>
            <a:ext cx="11149013" cy="1975926"/>
          </a:xfrm>
          <a:prstGeom prst="rect">
            <a:avLst/>
          </a:prstGeom>
        </p:spPr>
        <p:txBody>
          <a:bodyPr/>
          <a:lstStyle>
            <a:lvl1pPr marL="0" indent="0">
              <a:spcBef>
                <a:spcPts val="2394"/>
              </a:spcBef>
              <a:buNone/>
              <a:defRPr sz="3990">
                <a:gradFill>
                  <a:gsLst>
                    <a:gs pos="100000">
                      <a:schemeClr val="tx2"/>
                    </a:gs>
                    <a:gs pos="0">
                      <a:schemeClr val="tx2"/>
                    </a:gs>
                  </a:gsLst>
                  <a:lin ang="5400000" scaled="0"/>
                </a:gradFill>
                <a:latin typeface="+mj-lt"/>
              </a:defRPr>
            </a:lvl1pPr>
            <a:lvl2pPr marL="0" indent="0">
              <a:buNone/>
              <a:defRPr sz="1995">
                <a:gradFill>
                  <a:gsLst>
                    <a:gs pos="100000">
                      <a:schemeClr val="bg2"/>
                    </a:gs>
                    <a:gs pos="6000">
                      <a:schemeClr val="bg2"/>
                    </a:gs>
                  </a:gsLst>
                  <a:lin ang="5400000" scaled="0"/>
                </a:gradFill>
              </a:defRPr>
            </a:lvl2pPr>
            <a:lvl3pPr marL="231195" indent="0">
              <a:buNone/>
              <a:defRPr sz="1995">
                <a:gradFill>
                  <a:gsLst>
                    <a:gs pos="100000">
                      <a:schemeClr val="bg2"/>
                    </a:gs>
                    <a:gs pos="6000">
                      <a:schemeClr val="bg2"/>
                    </a:gs>
                  </a:gsLst>
                  <a:lin ang="5400000" scaled="0"/>
                </a:gradFill>
              </a:defRPr>
            </a:lvl3pPr>
            <a:lvl4pPr marL="456057" indent="0">
              <a:buNone/>
              <a:defRPr sz="1995">
                <a:gradFill>
                  <a:gsLst>
                    <a:gs pos="100000">
                      <a:schemeClr val="bg2"/>
                    </a:gs>
                    <a:gs pos="6000">
                      <a:schemeClr val="bg2"/>
                    </a:gs>
                  </a:gsLst>
                  <a:lin ang="5400000" scaled="0"/>
                </a:gradFill>
              </a:defRPr>
            </a:lvl4pPr>
            <a:lvl5pPr marL="692004" indent="0">
              <a:buNone/>
              <a:defRPr sz="1995">
                <a:gradFill>
                  <a:gsLst>
                    <a:gs pos="100000">
                      <a:schemeClr val="bg2"/>
                    </a:gs>
                    <a:gs pos="6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956914026"/>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Only With Logo">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3909236459"/>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113" y="1447799"/>
            <a:ext cx="11149013" cy="1975926"/>
          </a:xfrm>
          <a:prstGeom prst="rect">
            <a:avLst/>
          </a:prstGeom>
        </p:spPr>
        <p:txBody>
          <a:bodyPr/>
          <a:lstStyle>
            <a:lvl1pPr marL="0" indent="0">
              <a:spcBef>
                <a:spcPts val="2394"/>
              </a:spcBef>
              <a:buNone/>
              <a:defRPr sz="3990">
                <a:gradFill>
                  <a:gsLst>
                    <a:gs pos="100000">
                      <a:schemeClr val="bg2"/>
                    </a:gs>
                    <a:gs pos="0">
                      <a:schemeClr val="bg2"/>
                    </a:gs>
                  </a:gsLst>
                  <a:lin ang="5400000" scaled="0"/>
                </a:gradFill>
                <a:latin typeface="+mj-lt"/>
              </a:defRPr>
            </a:lvl1pPr>
            <a:lvl2pPr marL="0" indent="0">
              <a:buNone/>
              <a:defRPr sz="1995">
                <a:gradFill>
                  <a:gsLst>
                    <a:gs pos="100000">
                      <a:schemeClr val="bg2"/>
                    </a:gs>
                    <a:gs pos="0">
                      <a:schemeClr val="bg2"/>
                    </a:gs>
                  </a:gsLst>
                  <a:lin ang="5400000" scaled="0"/>
                </a:gradFill>
              </a:defRPr>
            </a:lvl2pPr>
            <a:lvl3pPr marL="231195" indent="0">
              <a:buNone/>
              <a:defRPr sz="1995">
                <a:gradFill>
                  <a:gsLst>
                    <a:gs pos="100000">
                      <a:schemeClr val="bg2"/>
                    </a:gs>
                    <a:gs pos="0">
                      <a:schemeClr val="bg2"/>
                    </a:gs>
                  </a:gsLst>
                  <a:lin ang="5400000" scaled="0"/>
                </a:gradFill>
              </a:defRPr>
            </a:lvl3pPr>
            <a:lvl4pPr marL="456057" indent="0">
              <a:buNone/>
              <a:defRPr sz="1995">
                <a:gradFill>
                  <a:gsLst>
                    <a:gs pos="100000">
                      <a:schemeClr val="bg2"/>
                    </a:gs>
                    <a:gs pos="0">
                      <a:schemeClr val="bg2"/>
                    </a:gs>
                  </a:gsLst>
                  <a:lin ang="5400000" scaled="0"/>
                </a:gradFill>
              </a:defRPr>
            </a:lvl4pPr>
            <a:lvl5pPr marL="692004" indent="0">
              <a:buNone/>
              <a:defRPr sz="1995">
                <a:gradFill>
                  <a:gsLst>
                    <a:gs pos="100000">
                      <a:schemeClr val="bg2"/>
                    </a:gs>
                    <a:gs pos="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2879944505"/>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4"/>
            <a:ext cx="11149013" cy="747897"/>
          </a:xfrm>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519113" y="1447799"/>
            <a:ext cx="11149013" cy="2043636"/>
          </a:xfrm>
          <a:prstGeom prst="rect">
            <a:avLst/>
          </a:prstGeom>
        </p:spPr>
        <p:txBody>
          <a:bodyPr/>
          <a:lstStyle>
            <a:lvl1pPr marL="283453" indent="-283453">
              <a:buFont typeface="Wingdings" pitchFamily="2" charset="2"/>
              <a:buChar char=""/>
              <a:defRPr sz="3990"/>
            </a:lvl1pPr>
            <a:lvl2pPr marL="516232" indent="-232780">
              <a:buFont typeface="Wingdings" pitchFamily="2" charset="2"/>
              <a:buChar char=""/>
              <a:defRPr>
                <a:latin typeface="+mn-lt"/>
              </a:defRPr>
            </a:lvl2pPr>
            <a:lvl3pPr marL="739510" indent="-223279">
              <a:buFont typeface="Wingdings" pitchFamily="2" charset="2"/>
              <a:buChar char=""/>
              <a:tabLst/>
              <a:defRPr>
                <a:latin typeface="+mn-lt"/>
              </a:defRPr>
            </a:lvl3pPr>
            <a:lvl4pPr marL="912115" indent="-172605">
              <a:buFont typeface="Wingdings" pitchFamily="2" charset="2"/>
              <a:buChar char=""/>
              <a:defRPr>
                <a:latin typeface="+mn-lt"/>
              </a:defRPr>
            </a:lvl4pPr>
            <a:lvl5pPr marL="1084720" indent="-172605">
              <a:buFont typeface="Wingdings" pitchFamily="2" charset="2"/>
              <a:buChar char=""/>
              <a:tabLst/>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2459818395"/>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520701" y="1447804"/>
            <a:ext cx="5394960" cy="2462213"/>
          </a:xfrm>
        </p:spPr>
        <p:txBody>
          <a:bodyPr/>
          <a:lstStyle>
            <a:lvl1pPr marL="0" indent="0">
              <a:spcBef>
                <a:spcPts val="1197"/>
              </a:spcBef>
              <a:buNone/>
              <a:defRPr sz="3990">
                <a:gradFill>
                  <a:gsLst>
                    <a:gs pos="100000">
                      <a:schemeClr val="tx2"/>
                    </a:gs>
                    <a:gs pos="0">
                      <a:schemeClr val="tx2"/>
                    </a:gs>
                  </a:gsLst>
                  <a:lin ang="5400000" scaled="0"/>
                </a:gradFill>
                <a:latin typeface="+mj-lt"/>
              </a:defRPr>
            </a:lvl1pPr>
            <a:lvl2pPr marL="0" indent="0">
              <a:buNone/>
              <a:defRPr sz="1995"/>
            </a:lvl2pPr>
            <a:lvl3pPr marL="232780" indent="0">
              <a:buNone/>
              <a:defRPr sz="1995"/>
            </a:lvl3pPr>
            <a:lvl4pPr marL="456057" indent="0">
              <a:buNone/>
              <a:defRPr sz="1995"/>
            </a:lvl4pPr>
            <a:lvl5pPr marL="692004" indent="0">
              <a:buNone/>
              <a:defRPr sz="199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7928" y="1447804"/>
            <a:ext cx="5394960" cy="2462213"/>
          </a:xfrm>
        </p:spPr>
        <p:txBody>
          <a:bodyPr/>
          <a:lstStyle>
            <a:lvl1pPr marL="0" indent="0">
              <a:spcBef>
                <a:spcPts val="1197"/>
              </a:spcBef>
              <a:buNone/>
              <a:defRPr lang="en-US" sz="3990" kern="1200" spc="-70" baseline="0" dirty="0" smtClean="0">
                <a:gradFill>
                  <a:gsLst>
                    <a:gs pos="100000">
                      <a:schemeClr val="tx2"/>
                    </a:gs>
                    <a:gs pos="0">
                      <a:schemeClr val="tx2"/>
                    </a:gs>
                  </a:gsLst>
                  <a:lin ang="5400000" scaled="0"/>
                </a:gradFill>
                <a:latin typeface="+mj-lt"/>
                <a:ea typeface="+mn-ea"/>
                <a:cs typeface="+mn-cs"/>
              </a:defRPr>
            </a:lvl1pPr>
            <a:lvl2pPr marL="3167"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2pPr>
            <a:lvl3pPr marL="23278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3pPr>
            <a:lvl4pPr marL="459224"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250">
                      <a:schemeClr val="bg2"/>
                    </a:gs>
                    <a:gs pos="100000">
                      <a:schemeClr val="bg2"/>
                    </a:gs>
                  </a:gsLst>
                  <a:lin ang="5400000" scaled="0"/>
                </a:gradFill>
                <a:latin typeface="+mn-lt"/>
                <a:ea typeface="+mn-ea"/>
                <a:cs typeface="+mn-cs"/>
              </a:defRPr>
            </a:lvl4pPr>
            <a:lvl5pPr marL="68567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a:gradFill>
                  <a:gsLst>
                    <a:gs pos="1250">
                      <a:schemeClr val="bg2"/>
                    </a:gs>
                    <a:gs pos="100000">
                      <a:schemeClr val="bg2"/>
                    </a:gs>
                  </a:gsLst>
                  <a:lin ang="5400000" scaled="0"/>
                </a:gradFill>
                <a:latin typeface="+mn-lt"/>
                <a:ea typeface="+mn-ea"/>
                <a:cs typeface="+mn-cs"/>
              </a:defRPr>
            </a:lvl5pPr>
          </a:lstStyle>
          <a:p>
            <a:pPr marL="0" marR="0" lvl="0"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Click to edit Master text styles</a:t>
            </a:r>
          </a:p>
          <a:p>
            <a:pPr marL="0" marR="0" lvl="1"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sp>
        <p:nvSpPr>
          <p:cNvPr id="7" name="Slide Number Placeholder 9"/>
          <p:cNvSpPr>
            <a:spLocks noGrp="1"/>
          </p:cNvSpPr>
          <p:nvPr>
            <p:ph type="sldNum" sz="quarter" idx="13"/>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4057818077"/>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520701" y="1447804"/>
            <a:ext cx="5394960" cy="2462213"/>
          </a:xfrm>
        </p:spPr>
        <p:txBody>
          <a:bodyPr/>
          <a:lstStyle>
            <a:lvl1pPr marL="0" indent="0">
              <a:spcBef>
                <a:spcPts val="1197"/>
              </a:spcBef>
              <a:buNone/>
              <a:defRPr sz="3990">
                <a:gradFill>
                  <a:gsLst>
                    <a:gs pos="1000">
                      <a:schemeClr val="bg2"/>
                    </a:gs>
                    <a:gs pos="98000">
                      <a:schemeClr val="bg2"/>
                    </a:gs>
                  </a:gsLst>
                  <a:lin ang="5400000" scaled="0"/>
                </a:gradFill>
                <a:latin typeface="+mj-lt"/>
              </a:defRPr>
            </a:lvl1pPr>
            <a:lvl2pPr marL="0" indent="0">
              <a:buNone/>
              <a:defRPr sz="1995">
                <a:gradFill>
                  <a:gsLst>
                    <a:gs pos="1000">
                      <a:schemeClr val="bg2"/>
                    </a:gs>
                    <a:gs pos="98000">
                      <a:schemeClr val="bg2"/>
                    </a:gs>
                  </a:gsLst>
                  <a:lin ang="5400000" scaled="0"/>
                </a:gradFill>
              </a:defRPr>
            </a:lvl2pPr>
            <a:lvl3pPr marL="232780" indent="0">
              <a:buNone/>
              <a:defRPr sz="1995">
                <a:gradFill>
                  <a:gsLst>
                    <a:gs pos="1000">
                      <a:schemeClr val="bg2"/>
                    </a:gs>
                    <a:gs pos="98000">
                      <a:schemeClr val="bg2"/>
                    </a:gs>
                  </a:gsLst>
                  <a:lin ang="5400000" scaled="0"/>
                </a:gradFill>
              </a:defRPr>
            </a:lvl3pPr>
            <a:lvl4pPr marL="456057" indent="0">
              <a:buNone/>
              <a:defRPr sz="1995">
                <a:gradFill>
                  <a:gsLst>
                    <a:gs pos="1000">
                      <a:schemeClr val="bg2"/>
                    </a:gs>
                    <a:gs pos="98000">
                      <a:schemeClr val="bg2"/>
                    </a:gs>
                  </a:gsLst>
                  <a:lin ang="5400000" scaled="0"/>
                </a:gradFill>
              </a:defRPr>
            </a:lvl4pPr>
            <a:lvl5pPr marL="692004" indent="0">
              <a:buNone/>
              <a:defRPr sz="1995">
                <a:gradFill>
                  <a:gsLst>
                    <a:gs pos="1000">
                      <a:schemeClr val="bg2"/>
                    </a:gs>
                    <a:gs pos="98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2"/>
          </p:nvPr>
        </p:nvSpPr>
        <p:spPr>
          <a:xfrm>
            <a:off x="6277928" y="1447804"/>
            <a:ext cx="5394960" cy="2462213"/>
          </a:xfrm>
        </p:spPr>
        <p:txBody>
          <a:bodyPr/>
          <a:lstStyle>
            <a:lvl1pPr marL="0" indent="0">
              <a:spcBef>
                <a:spcPts val="1197"/>
              </a:spcBef>
              <a:buNone/>
              <a:defRPr lang="en-US" sz="3990" kern="1200" spc="-70" baseline="0" dirty="0" smtClean="0">
                <a:gradFill>
                  <a:gsLst>
                    <a:gs pos="1000">
                      <a:schemeClr val="bg2"/>
                    </a:gs>
                    <a:gs pos="98000">
                      <a:schemeClr val="bg2"/>
                    </a:gs>
                  </a:gsLst>
                  <a:lin ang="5400000" scaled="0"/>
                </a:gradFill>
                <a:latin typeface="+mj-lt"/>
                <a:ea typeface="+mn-ea"/>
                <a:cs typeface="+mn-cs"/>
              </a:defRPr>
            </a:lvl1pPr>
            <a:lvl2pPr marL="3167"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2pPr>
            <a:lvl3pPr marL="23278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3pPr>
            <a:lvl4pPr marL="459224"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smtClean="0">
                <a:gradFill>
                  <a:gsLst>
                    <a:gs pos="1000">
                      <a:schemeClr val="bg2"/>
                    </a:gs>
                    <a:gs pos="98000">
                      <a:schemeClr val="bg2"/>
                    </a:gs>
                  </a:gsLst>
                  <a:lin ang="5400000" scaled="0"/>
                </a:gradFill>
                <a:latin typeface="+mn-lt"/>
                <a:ea typeface="+mn-ea"/>
                <a:cs typeface="+mn-cs"/>
              </a:defRPr>
            </a:lvl4pPr>
            <a:lvl5pPr marL="685670" marR="0" indent="0" algn="l" defTabSz="912078" rtl="0" eaLnBrk="1" fontAlgn="auto" latinLnBrk="0" hangingPunct="1">
              <a:lnSpc>
                <a:spcPct val="90000"/>
              </a:lnSpc>
              <a:spcBef>
                <a:spcPct val="20000"/>
              </a:spcBef>
              <a:spcAft>
                <a:spcPts val="0"/>
              </a:spcAft>
              <a:buClrTx/>
              <a:buSzPct val="90000"/>
              <a:buFont typeface="Arial" pitchFamily="34" charset="0"/>
              <a:buNone/>
              <a:tabLst/>
              <a:defRPr lang="en-US" sz="1995" kern="1200" spc="-70" baseline="0" dirty="0">
                <a:gradFill>
                  <a:gsLst>
                    <a:gs pos="1000">
                      <a:schemeClr val="bg2"/>
                    </a:gs>
                    <a:gs pos="98000">
                      <a:schemeClr val="bg2"/>
                    </a:gs>
                  </a:gsLst>
                  <a:lin ang="5400000" scaled="0"/>
                </a:gradFill>
                <a:latin typeface="+mn-lt"/>
                <a:ea typeface="+mn-ea"/>
                <a:cs typeface="+mn-cs"/>
              </a:defRPr>
            </a:lvl5pPr>
          </a:lstStyle>
          <a:p>
            <a:pPr marL="0" marR="0" lvl="0"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Click to edit Master text styles</a:t>
            </a:r>
          </a:p>
          <a:p>
            <a:pPr marL="0" marR="0" lvl="1"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Second level</a:t>
            </a:r>
          </a:p>
          <a:p>
            <a:pPr marL="0" marR="0" lvl="2"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Third level</a:t>
            </a:r>
          </a:p>
          <a:p>
            <a:pPr marL="0" marR="0" lvl="3"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Fourth level</a:t>
            </a:r>
          </a:p>
          <a:p>
            <a:pPr marL="0" marR="0" lvl="4" indent="0" algn="l" defTabSz="912078" rtl="0" eaLnBrk="1" fontAlgn="auto" latinLnBrk="0" hangingPunct="1">
              <a:lnSpc>
                <a:spcPct val="90000"/>
              </a:lnSpc>
              <a:spcBef>
                <a:spcPct val="20000"/>
              </a:spcBef>
              <a:spcAft>
                <a:spcPts val="0"/>
              </a:spcAft>
              <a:buClrTx/>
              <a:buSzPct val="90000"/>
              <a:buFont typeface="Arial" pitchFamily="34" charset="0"/>
              <a:buNone/>
              <a:tabLst/>
            </a:pPr>
            <a:r>
              <a:rPr lang="en-US"/>
              <a:t>Fifth level</a:t>
            </a:r>
            <a:endParaRPr lang="en-US" dirty="0"/>
          </a:p>
        </p:txBody>
      </p:sp>
      <p:sp>
        <p:nvSpPr>
          <p:cNvPr id="7" name="Slide Number Placeholder 9"/>
          <p:cNvSpPr>
            <a:spLocks noGrp="1"/>
          </p:cNvSpPr>
          <p:nvPr>
            <p:ph type="sldNum" sz="quarter" idx="13"/>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56959129"/>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20701" y="1447804"/>
            <a:ext cx="5394960" cy="2351413"/>
          </a:xfrm>
        </p:spPr>
        <p:txBody>
          <a:bodyPr>
            <a:spAutoFit/>
          </a:bodyPr>
          <a:lstStyle>
            <a:lvl1pPr marL="291370" indent="-291370">
              <a:spcBef>
                <a:spcPts val="1197"/>
              </a:spcBef>
              <a:buClr>
                <a:schemeClr val="bg2"/>
              </a:buClr>
              <a:buSzPct val="100000"/>
              <a:buFont typeface="Wingdings" pitchFamily="2" charset="2"/>
              <a:buChar char=""/>
              <a:defRPr lang="en-US" sz="3591" kern="1200" spc="-70" baseline="0" dirty="0" smtClean="0">
                <a:gradFill>
                  <a:gsLst>
                    <a:gs pos="1250">
                      <a:schemeClr val="bg2"/>
                    </a:gs>
                    <a:gs pos="100000">
                      <a:schemeClr val="bg2"/>
                    </a:gs>
                  </a:gsLst>
                  <a:lin ang="5400000" scaled="0"/>
                </a:gradFill>
                <a:latin typeface="+mj-lt"/>
                <a:ea typeface="+mn-ea"/>
                <a:cs typeface="+mn-cs"/>
              </a:defRPr>
            </a:lvl1pPr>
            <a:lvl2pPr marL="519399" indent="-228028">
              <a:defRPr sz="1995"/>
            </a:lvl2pPr>
            <a:lvl3pPr marL="684086" indent="-164687">
              <a:tabLst/>
              <a:defRPr sz="1995"/>
            </a:lvl3pPr>
            <a:lvl4pPr marL="861442" indent="-177356">
              <a:defRPr/>
            </a:lvl4pPr>
            <a:lvl5pPr marL="1026129" indent="-1646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1"/>
          </p:nvPr>
        </p:nvSpPr>
        <p:spPr>
          <a:xfrm>
            <a:off x="6277928" y="1447804"/>
            <a:ext cx="5394960" cy="2720745"/>
          </a:xfrm>
        </p:spPr>
        <p:txBody>
          <a:bodyPr>
            <a:spAutoFit/>
          </a:bodyPr>
          <a:lstStyle>
            <a:lvl1pPr marL="338876" indent="-338876">
              <a:spcBef>
                <a:spcPts val="1197"/>
              </a:spcBef>
              <a:buClr>
                <a:schemeClr val="bg2"/>
              </a:buClr>
              <a:buFont typeface="Arial" pitchFamily="34" charset="0"/>
              <a:buChar char="•"/>
              <a:defRPr lang="en-US" sz="3591" kern="1200" spc="-70" baseline="0" dirty="0" smtClean="0">
                <a:gradFill>
                  <a:gsLst>
                    <a:gs pos="1250">
                      <a:schemeClr val="bg2"/>
                    </a:gs>
                    <a:gs pos="100000">
                      <a:schemeClr val="bg2"/>
                    </a:gs>
                  </a:gsLst>
                  <a:lin ang="5400000" scaled="0"/>
                </a:gradFill>
                <a:latin typeface="+mj-lt"/>
                <a:ea typeface="+mn-ea"/>
                <a:cs typeface="+mn-cs"/>
              </a:defRPr>
            </a:lvl1pPr>
            <a:lvl2pPr marL="633413" indent="-342043">
              <a:defRPr lang="en-US" sz="1995" kern="1200" spc="0" baseline="0" dirty="0" smtClean="0">
                <a:gradFill>
                  <a:gsLst>
                    <a:gs pos="1250">
                      <a:schemeClr val="bg2"/>
                    </a:gs>
                    <a:gs pos="100000">
                      <a:schemeClr val="bg2"/>
                    </a:gs>
                  </a:gsLst>
                  <a:lin ang="5400000" scaled="0"/>
                </a:gradFill>
                <a:latin typeface="+mn-lt"/>
                <a:ea typeface="+mn-ea"/>
                <a:cs typeface="+mn-cs"/>
              </a:defRPr>
            </a:lvl2pPr>
            <a:lvl3pPr marL="861442" indent="-342043">
              <a:defRPr lang="en-US" sz="1995" kern="1200" spc="0" baseline="0" dirty="0" smtClean="0">
                <a:gradFill>
                  <a:gsLst>
                    <a:gs pos="1250">
                      <a:schemeClr val="bg2"/>
                    </a:gs>
                    <a:gs pos="100000">
                      <a:schemeClr val="bg2"/>
                    </a:gs>
                  </a:gsLst>
                  <a:lin ang="5400000" scaled="0"/>
                </a:gradFill>
                <a:latin typeface="+mn-lt"/>
                <a:ea typeface="+mn-ea"/>
                <a:cs typeface="+mn-cs"/>
              </a:defRPr>
            </a:lvl3pPr>
            <a:lvl4pPr marL="1026129" indent="-342043">
              <a:defRPr lang="en-US" sz="1995" kern="1200" spc="0" baseline="0" dirty="0" smtClean="0">
                <a:gradFill>
                  <a:gsLst>
                    <a:gs pos="1250">
                      <a:schemeClr val="bg2"/>
                    </a:gs>
                    <a:gs pos="100000">
                      <a:schemeClr val="bg2"/>
                    </a:gs>
                  </a:gsLst>
                  <a:lin ang="5400000" scaled="0"/>
                </a:gradFill>
                <a:latin typeface="+mn-lt"/>
                <a:ea typeface="+mn-ea"/>
                <a:cs typeface="+mn-cs"/>
              </a:defRPr>
            </a:lvl4pPr>
            <a:lvl5pPr marL="1203484" indent="-342043">
              <a:defRPr lang="en-US" sz="1995" kern="1200" spc="0" baseline="0" dirty="0">
                <a:gradFill>
                  <a:gsLst>
                    <a:gs pos="1250">
                      <a:schemeClr val="bg2"/>
                    </a:gs>
                    <a:gs pos="100000">
                      <a:schemeClr val="bg2"/>
                    </a:gs>
                  </a:gsLst>
                  <a:lin ang="5400000" scaled="0"/>
                </a:gradFill>
                <a:latin typeface="+mn-lt"/>
                <a:ea typeface="+mn-ea"/>
                <a:cs typeface="+mn-cs"/>
              </a:defRPr>
            </a:lvl5pPr>
          </a:lstStyle>
          <a:p>
            <a:pPr marL="291370" marR="0" lvl="0"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Click to edit Master text styles</a:t>
            </a:r>
          </a:p>
          <a:p>
            <a:pPr marL="291370" marR="0" lvl="1"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Second level</a:t>
            </a:r>
          </a:p>
          <a:p>
            <a:pPr marL="291370" marR="0" lvl="2"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Third level</a:t>
            </a:r>
          </a:p>
          <a:p>
            <a:pPr marL="291370" marR="0" lvl="3"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Fourth level</a:t>
            </a:r>
          </a:p>
          <a:p>
            <a:pPr marL="291370" marR="0" lvl="4" indent="-291370" algn="l" defTabSz="912078" rtl="0" eaLnBrk="1" fontAlgn="auto" latinLnBrk="0" hangingPunct="1">
              <a:lnSpc>
                <a:spcPct val="90000"/>
              </a:lnSpc>
              <a:spcBef>
                <a:spcPts val="1197"/>
              </a:spcBef>
              <a:spcAft>
                <a:spcPts val="0"/>
              </a:spcAft>
              <a:buClr>
                <a:schemeClr val="bg2"/>
              </a:buClr>
              <a:buSzPct val="100000"/>
              <a:buFont typeface="Wingdings" pitchFamily="2" charset="2"/>
              <a:buChar char=""/>
              <a:tabLst/>
            </a:pPr>
            <a:r>
              <a:rPr lang="en-US"/>
              <a:t>Fifth level</a:t>
            </a:r>
            <a:endParaRPr lang="en-US" dirty="0"/>
          </a:p>
        </p:txBody>
      </p:sp>
      <p:sp>
        <p:nvSpPr>
          <p:cNvPr id="6"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1578619528"/>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701" y="1447804"/>
            <a:ext cx="5433533" cy="1661993"/>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12" name="Title 1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48224927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701" y="1447801"/>
            <a:ext cx="5433533" cy="1178442"/>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701"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351676366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8091" y="1447801"/>
            <a:ext cx="5433533" cy="1178442"/>
          </a:xfrm>
          <a:prstGeom prst="rect">
            <a:avLst/>
          </a:prstGeom>
        </p:spPr>
        <p:txBody>
          <a:bodyPr>
            <a:noAutofit/>
          </a:bodyPr>
          <a:lstStyle>
            <a:lvl1pPr marL="0" indent="0">
              <a:buNone/>
              <a:defRPr sz="3990" b="0" cap="none" baseline="0">
                <a:gradFill>
                  <a:gsLst>
                    <a:gs pos="100000">
                      <a:schemeClr val="tx2"/>
                    </a:gs>
                    <a:gs pos="0">
                      <a:schemeClr val="tx2"/>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6218092"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4" name="Picture Placeholder 3"/>
          <p:cNvSpPr>
            <a:spLocks noGrp="1"/>
          </p:cNvSpPr>
          <p:nvPr>
            <p:ph type="pic" sz="quarter" idx="14" hasCustomPrompt="1"/>
          </p:nvPr>
        </p:nvSpPr>
        <p:spPr>
          <a:xfrm>
            <a:off x="0" y="0"/>
            <a:ext cx="5980112" cy="6858000"/>
          </a:xfrm>
        </p:spPr>
        <p:txBody>
          <a:bodyPr lIns="182880" anchor="ctr"/>
          <a:lstStyle>
            <a:lvl1pPr marL="0" indent="0" algn="l">
              <a:buNone/>
              <a:defRPr/>
            </a:lvl1pPr>
          </a:lstStyle>
          <a:p>
            <a:r>
              <a:rPr lang="en-US" dirty="0"/>
              <a:t>Click to insert photo.</a:t>
            </a:r>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418293787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0" y="720725"/>
            <a:ext cx="3819289" cy="1687393"/>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6" name="Content Placeholder 5"/>
          <p:cNvSpPr>
            <a:spLocks noGrp="1"/>
          </p:cNvSpPr>
          <p:nvPr>
            <p:ph sz="quarter" idx="4"/>
          </p:nvPr>
        </p:nvSpPr>
        <p:spPr>
          <a:xfrm>
            <a:off x="6188150" y="1681907"/>
            <a:ext cx="5484740" cy="332399"/>
          </a:xfrm>
          <a:prstGeom prst="rect">
            <a:avLst/>
          </a:prstGeom>
        </p:spPr>
        <p:txBody>
          <a:bodyPr>
            <a:noAutofit/>
          </a:bodyPr>
          <a:lstStyle>
            <a:lvl1pPr marL="0" indent="0">
              <a:spcBef>
                <a:spcPts val="1197"/>
              </a:spcBef>
              <a:buNone/>
              <a:defRPr lang="en-US" sz="1995" kern="1200" spc="0" dirty="0" smtClean="0">
                <a:gradFill>
                  <a:gsLst>
                    <a:gs pos="100000">
                      <a:schemeClr val="bg2"/>
                    </a:gs>
                    <a:gs pos="0">
                      <a:schemeClr val="bg2"/>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Tree>
    <p:extLst>
      <p:ext uri="{BB962C8B-B14F-4D97-AF65-F5344CB8AC3E}">
        <p14:creationId xmlns:p14="http://schemas.microsoft.com/office/powerpoint/2010/main" val="96581237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lor Block Header&amp; Subtext">
    <p:spTree>
      <p:nvGrpSpPr>
        <p:cNvPr id="1" name=""/>
        <p:cNvGrpSpPr/>
        <p:nvPr/>
      </p:nvGrpSpPr>
      <p:grpSpPr>
        <a:xfrm>
          <a:off x="0" y="0"/>
          <a:ext cx="0" cy="0"/>
          <a:chOff x="0" y="0"/>
          <a:chExt cx="0" cy="0"/>
        </a:xfrm>
      </p:grpSpPr>
      <p:sp>
        <p:nvSpPr>
          <p:cNvPr id="2" name="Rectangle 1"/>
          <p:cNvSpPr/>
          <p:nvPr/>
        </p:nvSpPr>
        <p:spPr bwMode="white">
          <a:xfrm>
            <a:off x="-9524" y="0"/>
            <a:ext cx="449963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12075" y="27027"/>
            <a:ext cx="2852227" cy="2751138"/>
          </a:xfrm>
          <a:prstGeom prst="rect">
            <a:avLst/>
          </a:prstGeom>
        </p:spPr>
        <p:txBody>
          <a:bodyPr anchor="b" anchorCtr="0">
            <a:noAutofit/>
          </a:bodyPr>
          <a:lstStyle>
            <a:lvl1pPr marL="0" indent="0">
              <a:lnSpc>
                <a:spcPts val="3800"/>
              </a:lnSpc>
              <a:spcBef>
                <a:spcPts val="0"/>
              </a:spcBef>
              <a:buNone/>
              <a:defRPr sz="360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7" name="Text Placeholder 6"/>
          <p:cNvSpPr>
            <a:spLocks noGrp="1"/>
          </p:cNvSpPr>
          <p:nvPr>
            <p:ph type="body" sz="quarter" idx="10"/>
          </p:nvPr>
        </p:nvSpPr>
        <p:spPr>
          <a:xfrm>
            <a:off x="532923" y="3054083"/>
            <a:ext cx="2865884" cy="3575317"/>
          </a:xfrm>
        </p:spPr>
        <p:txBody>
          <a:bodyPr/>
          <a:lstStyle>
            <a:lvl1pPr marL="0" indent="0">
              <a:lnSpc>
                <a:spcPts val="2200"/>
              </a:lnSpc>
              <a:spcBef>
                <a:spcPts val="0"/>
              </a:spcBef>
              <a:spcAft>
                <a:spcPts val="1200"/>
              </a:spcAft>
              <a:buNone/>
              <a:defRPr sz="2100" spc="0" baseline="0">
                <a:solidFill>
                  <a:schemeClr val="bg1"/>
                </a:solidFill>
                <a:latin typeface="+mj-lt"/>
              </a:defRPr>
            </a:lvl1pPr>
            <a:lvl2pPr marL="0" indent="0">
              <a:lnSpc>
                <a:spcPts val="2200"/>
              </a:lnSpc>
              <a:spcBef>
                <a:spcPts val="0"/>
              </a:spcBef>
              <a:spcAft>
                <a:spcPts val="1200"/>
              </a:spcAft>
              <a:buNone/>
              <a:defRPr sz="2100" spc="0" baseline="0">
                <a:solidFill>
                  <a:schemeClr val="bg1"/>
                </a:solidFill>
                <a:latin typeface="+mj-lt"/>
              </a:defRPr>
            </a:lvl2pPr>
            <a:lvl3pPr marL="0" indent="0">
              <a:lnSpc>
                <a:spcPts val="2200"/>
              </a:lnSpc>
              <a:spcBef>
                <a:spcPts val="0"/>
              </a:spcBef>
              <a:spcAft>
                <a:spcPts val="1200"/>
              </a:spcAft>
              <a:buNone/>
              <a:defRPr sz="2100" spc="0" baseline="0">
                <a:solidFill>
                  <a:schemeClr val="bg1"/>
                </a:solidFill>
                <a:latin typeface="+mj-lt"/>
              </a:defRPr>
            </a:lvl3pPr>
            <a:lvl4pPr marL="0" indent="0">
              <a:lnSpc>
                <a:spcPts val="2200"/>
              </a:lnSpc>
              <a:spcBef>
                <a:spcPts val="0"/>
              </a:spcBef>
              <a:spcAft>
                <a:spcPts val="1200"/>
              </a:spcAft>
              <a:buNone/>
              <a:defRPr sz="2100" spc="0" baseline="0">
                <a:solidFill>
                  <a:schemeClr val="bg1"/>
                </a:solidFill>
                <a:latin typeface="+mj-lt"/>
              </a:defRPr>
            </a:lvl4pPr>
            <a:lvl5pPr marL="0" indent="0">
              <a:lnSpc>
                <a:spcPts val="2200"/>
              </a:lnSpc>
              <a:spcBef>
                <a:spcPts val="0"/>
              </a:spcBef>
              <a:spcAft>
                <a:spcPts val="1200"/>
              </a:spcAft>
              <a:buNone/>
              <a:defRPr sz="2100" spc="0" baseline="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923197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olor Block text w/Photo on Right">
    <p:spTree>
      <p:nvGrpSpPr>
        <p:cNvPr id="1" name=""/>
        <p:cNvGrpSpPr/>
        <p:nvPr/>
      </p:nvGrpSpPr>
      <p:grpSpPr>
        <a:xfrm>
          <a:off x="0" y="0"/>
          <a:ext cx="0" cy="0"/>
          <a:chOff x="0" y="0"/>
          <a:chExt cx="0" cy="0"/>
        </a:xfrm>
      </p:grpSpPr>
      <p:sp>
        <p:nvSpPr>
          <p:cNvPr id="7" name="Rectangle 6"/>
          <p:cNvSpPr/>
          <p:nvPr/>
        </p:nvSpPr>
        <p:spPr bwMode="white">
          <a:xfrm>
            <a:off x="1" y="0"/>
            <a:ext cx="621982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701" y="1447801"/>
            <a:ext cx="5433533" cy="1178442"/>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520701" y="2734985"/>
            <a:ext cx="5444165"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1"/>
                    </a:gs>
                    <a:gs pos="0">
                      <a:schemeClr val="bg1"/>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a:t>Click to edit Master text styles</a:t>
            </a:r>
          </a:p>
        </p:txBody>
      </p:sp>
      <p:sp>
        <p:nvSpPr>
          <p:cNvPr id="4" name="Picture Placeholder 3"/>
          <p:cNvSpPr>
            <a:spLocks noGrp="1"/>
          </p:cNvSpPr>
          <p:nvPr>
            <p:ph type="pic" sz="quarter" idx="14" hasCustomPrompt="1"/>
          </p:nvPr>
        </p:nvSpPr>
        <p:spPr>
          <a:xfrm>
            <a:off x="6208713" y="0"/>
            <a:ext cx="5980112" cy="6858000"/>
          </a:xfrm>
        </p:spPr>
        <p:txBody>
          <a:bodyPr lIns="182880" anchor="ctr"/>
          <a:lstStyle>
            <a:lvl1pPr marL="0" indent="0" algn="l">
              <a:buNone/>
              <a:defRPr/>
            </a:lvl1pPr>
          </a:lstStyle>
          <a:p>
            <a:r>
              <a:rPr lang="en-US" dirty="0"/>
              <a:t>Click to insert photo.</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139795606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olor Block text w/Photo on Left">
    <p:spTree>
      <p:nvGrpSpPr>
        <p:cNvPr id="1" name=""/>
        <p:cNvGrpSpPr/>
        <p:nvPr/>
      </p:nvGrpSpPr>
      <p:grpSpPr>
        <a:xfrm>
          <a:off x="0" y="0"/>
          <a:ext cx="0" cy="0"/>
          <a:chOff x="0" y="0"/>
          <a:chExt cx="0" cy="0"/>
        </a:xfrm>
      </p:grpSpPr>
      <p:sp>
        <p:nvSpPr>
          <p:cNvPr id="7" name="Rectangle 6"/>
          <p:cNvSpPr/>
          <p:nvPr/>
        </p:nvSpPr>
        <p:spPr bwMode="white">
          <a:xfrm>
            <a:off x="8763990" y="0"/>
            <a:ext cx="3437533"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8763990" y="1447801"/>
            <a:ext cx="2887633" cy="1178442"/>
          </a:xfrm>
          <a:prstGeom prst="rect">
            <a:avLst/>
          </a:prstGeom>
        </p:spPr>
        <p:txBody>
          <a:bodyPr>
            <a:noAutofit/>
          </a:bodyPr>
          <a:lstStyle>
            <a:lvl1pPr marL="0" indent="0">
              <a:buNone/>
              <a:defRPr sz="3990" b="0" cap="none" baseline="0">
                <a:gradFill>
                  <a:gsLst>
                    <a:gs pos="100000">
                      <a:schemeClr val="bg1"/>
                    </a:gs>
                    <a:gs pos="0">
                      <a:schemeClr val="bg1"/>
                    </a:gs>
                  </a:gsLst>
                  <a:lin ang="5400000" scaled="0"/>
                </a:gradFill>
                <a:latin typeface="+mj-lt"/>
              </a:defRPr>
            </a:lvl1pPr>
            <a:lvl2pPr marL="607970" indent="0">
              <a:buNone/>
              <a:defRPr sz="2693" b="1"/>
            </a:lvl2pPr>
            <a:lvl3pPr marL="1215940" indent="0">
              <a:buNone/>
              <a:defRPr sz="2394" b="1"/>
            </a:lvl3pPr>
            <a:lvl4pPr marL="1823910" indent="0">
              <a:buNone/>
              <a:defRPr sz="2094" b="1"/>
            </a:lvl4pPr>
            <a:lvl5pPr marL="2431880" indent="0">
              <a:buNone/>
              <a:defRPr sz="2094" b="1"/>
            </a:lvl5pPr>
            <a:lvl6pPr marL="3039851" indent="0">
              <a:buNone/>
              <a:defRPr sz="2094" b="1"/>
            </a:lvl6pPr>
            <a:lvl7pPr marL="3647820" indent="0">
              <a:buNone/>
              <a:defRPr sz="2094" b="1"/>
            </a:lvl7pPr>
            <a:lvl8pPr marL="4255790" indent="0">
              <a:buNone/>
              <a:defRPr sz="2094" b="1"/>
            </a:lvl8pPr>
            <a:lvl9pPr marL="4863760" indent="0">
              <a:buNone/>
              <a:defRPr sz="2094" b="1"/>
            </a:lvl9pPr>
          </a:lstStyle>
          <a:p>
            <a:pPr lvl="0"/>
            <a:r>
              <a:rPr lang="en-US" dirty="0"/>
              <a:t>Click to edit Master text styles.</a:t>
            </a:r>
          </a:p>
        </p:txBody>
      </p:sp>
      <p:sp>
        <p:nvSpPr>
          <p:cNvPr id="9" name="Content Placeholder 5"/>
          <p:cNvSpPr>
            <a:spLocks noGrp="1"/>
          </p:cNvSpPr>
          <p:nvPr>
            <p:ph sz="quarter" idx="13"/>
          </p:nvPr>
        </p:nvSpPr>
        <p:spPr>
          <a:xfrm>
            <a:off x="8763991" y="3264991"/>
            <a:ext cx="2898266" cy="609398"/>
          </a:xfrm>
          <a:prstGeom prst="rect">
            <a:avLst/>
          </a:prstGeom>
        </p:spPr>
        <p:txBody>
          <a:bodyPr>
            <a:noAutofit/>
          </a:bodyPr>
          <a:lstStyle>
            <a:lvl1pPr marL="0" indent="0">
              <a:spcBef>
                <a:spcPts val="1197"/>
              </a:spcBef>
              <a:buFont typeface="Arial" pitchFamily="34" charset="0"/>
              <a:buNone/>
              <a:defRPr lang="en-US" sz="1995" kern="1200" spc="0" dirty="0" smtClean="0">
                <a:gradFill>
                  <a:gsLst>
                    <a:gs pos="100000">
                      <a:schemeClr val="bg1"/>
                    </a:gs>
                    <a:gs pos="0">
                      <a:schemeClr val="bg1"/>
                    </a:gs>
                  </a:gsLst>
                  <a:lin ang="5400000" scaled="0"/>
                </a:gradFill>
                <a:latin typeface="+mn-lt"/>
                <a:ea typeface="+mn-ea"/>
                <a:cs typeface="Segoe UI" pitchFamily="34" charset="0"/>
              </a:defRPr>
            </a:lvl1pPr>
            <a:lvl2pPr marL="911955" indent="-379981">
              <a:defRPr lang="en-US" sz="2094" kern="1200" dirty="0" smtClean="0">
                <a:solidFill>
                  <a:schemeClr val="bg2">
                    <a:lumMod val="50000"/>
                  </a:schemeClr>
                </a:solidFill>
                <a:latin typeface="+mn-lt"/>
                <a:ea typeface="+mn-ea"/>
                <a:cs typeface="Arial" pitchFamily="34" charset="0"/>
              </a:defRPr>
            </a:lvl2pPr>
            <a:lvl3pPr marL="911955" indent="-227988">
              <a:defRPr lang="en-US" sz="1895" kern="1200" dirty="0" smtClean="0">
                <a:solidFill>
                  <a:schemeClr val="bg2">
                    <a:lumMod val="50000"/>
                  </a:schemeClr>
                </a:solidFill>
                <a:latin typeface="+mn-lt"/>
                <a:ea typeface="+mn-ea"/>
                <a:cs typeface="Arial" pitchFamily="34" charset="0"/>
              </a:defRPr>
            </a:lvl3pPr>
            <a:lvl4pPr marL="1215940" indent="-227988">
              <a:defRPr lang="en-US" sz="1596" kern="1200" dirty="0" smtClean="0">
                <a:solidFill>
                  <a:schemeClr val="bg2">
                    <a:lumMod val="50000"/>
                  </a:schemeClr>
                </a:solidFill>
                <a:latin typeface="+mn-lt"/>
                <a:ea typeface="+mn-ea"/>
                <a:cs typeface="Arial" pitchFamily="34" charset="0"/>
              </a:defRPr>
            </a:lvl4pPr>
            <a:lvl5pPr marL="1443929" indent="-227988">
              <a:defRPr lang="en-US" sz="1596" kern="1200" dirty="0">
                <a:solidFill>
                  <a:schemeClr val="bg2">
                    <a:lumMod val="50000"/>
                  </a:schemeClr>
                </a:solidFill>
                <a:latin typeface="+mn-lt"/>
                <a:ea typeface="+mn-ea"/>
                <a:cs typeface="Arial" pitchFamily="34" charset="0"/>
              </a:defRPr>
            </a:lvl5pPr>
            <a:lvl6pPr>
              <a:defRPr sz="2094"/>
            </a:lvl6pPr>
            <a:lvl7pPr>
              <a:defRPr sz="2094"/>
            </a:lvl7pPr>
            <a:lvl8pPr>
              <a:defRPr sz="2094"/>
            </a:lvl8pPr>
            <a:lvl9pPr>
              <a:defRPr sz="2094"/>
            </a:lvl9pPr>
          </a:lstStyle>
          <a:p>
            <a:pPr lvl="0"/>
            <a:r>
              <a:rPr lang="en-US" dirty="0"/>
              <a:t>Click to edit Master text styles</a:t>
            </a:r>
          </a:p>
        </p:txBody>
      </p:sp>
      <p:sp>
        <p:nvSpPr>
          <p:cNvPr id="4" name="Picture Placeholder 3"/>
          <p:cNvSpPr>
            <a:spLocks noGrp="1"/>
          </p:cNvSpPr>
          <p:nvPr>
            <p:ph type="pic" sz="quarter" idx="14" hasCustomPrompt="1"/>
          </p:nvPr>
        </p:nvSpPr>
        <p:spPr>
          <a:xfrm>
            <a:off x="661596" y="532563"/>
            <a:ext cx="7966080" cy="6858000"/>
          </a:xfrm>
        </p:spPr>
        <p:txBody>
          <a:bodyPr lIns="182880" anchor="ctr"/>
          <a:lstStyle>
            <a:lvl1pPr marL="0" indent="0" algn="l">
              <a:buNone/>
              <a:defRPr/>
            </a:lvl1pPr>
          </a:lstStyle>
          <a:p>
            <a:r>
              <a:rPr lang="en-US" dirty="0"/>
              <a:t>Click to insert photo.</a:t>
            </a:r>
          </a:p>
        </p:txBody>
      </p:sp>
      <p:pic>
        <p:nvPicPr>
          <p:cNvPr id="8" name="Picture 7"/>
          <p:cNvPicPr>
            <a:picLocks noChangeAspect="1"/>
          </p:cNvPicPr>
          <p:nvPr userDrawn="1"/>
        </p:nvPicPr>
        <p:blipFill>
          <a:blip r:embed="rId2" cstate="screen">
            <a:biLevel thresh="25000"/>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235670019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p:nvSpPr>
        <p:spPr bwMode="white">
          <a:xfrm>
            <a:off x="1" y="857250"/>
            <a:ext cx="12188825"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2194"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701" y="1358057"/>
            <a:ext cx="11152188" cy="2863073"/>
          </a:xfrm>
          <a:prstGeom prst="rect">
            <a:avLst/>
          </a:prstGeom>
        </p:spPr>
        <p:txBody>
          <a:bodyPr>
            <a:normAutofit/>
          </a:bodyPr>
          <a:lstStyle>
            <a:lvl1pPr marL="0" indent="0">
              <a:lnSpc>
                <a:spcPct val="90000"/>
              </a:lnSpc>
              <a:buNone/>
              <a:defRPr sz="6384">
                <a:gradFill>
                  <a:gsLst>
                    <a:gs pos="100000">
                      <a:schemeClr val="bg1"/>
                    </a:gs>
                    <a:gs pos="0">
                      <a:schemeClr val="bg1"/>
                    </a:gs>
                  </a:gsLst>
                  <a:lin ang="5400000" scaled="0"/>
                </a:gradFill>
                <a:latin typeface="+mj-lt"/>
              </a:defRPr>
            </a:lvl1pPr>
            <a:lvl2pPr>
              <a:defRPr sz="6384">
                <a:solidFill>
                  <a:schemeClr val="tx2"/>
                </a:solidFill>
                <a:latin typeface="+mn-lt"/>
              </a:defRPr>
            </a:lvl2pPr>
          </a:lstStyle>
          <a:p>
            <a:pPr lvl="0"/>
            <a:r>
              <a:rPr lang="en-US" dirty="0"/>
              <a:t>“Click to edit Master text styles”</a:t>
            </a:r>
          </a:p>
        </p:txBody>
      </p:sp>
      <p:sp>
        <p:nvSpPr>
          <p:cNvPr id="10" name="Slide Number Placeholder 9"/>
          <p:cNvSpPr>
            <a:spLocks noGrp="1"/>
          </p:cNvSpPr>
          <p:nvPr>
            <p:ph type="sldNum" sz="quarter" idx="12"/>
          </p:nvPr>
        </p:nvSpPr>
        <p:spPr>
          <a:xfrm>
            <a:off x="520701" y="6399557"/>
            <a:ext cx="560686" cy="219456"/>
          </a:xfrm>
          <a:prstGeom prst="rect">
            <a:avLst/>
          </a:prstGeom>
        </p:spPr>
        <p:txBody>
          <a:bodyPr lIns="121899" tIns="60949" rIns="121899" bIns="60949" anchor="ctr"/>
          <a:lstStyle>
            <a:lvl1pPr algn="l">
              <a:defRPr sz="1596">
                <a:gradFill>
                  <a:gsLst>
                    <a:gs pos="100000">
                      <a:schemeClr val="bg2"/>
                    </a:gs>
                    <a:gs pos="0">
                      <a:schemeClr val="bg2"/>
                    </a:gs>
                  </a:gsLst>
                  <a:lin ang="5400000" scaled="0"/>
                </a:gradFill>
              </a:defRPr>
            </a:lvl1pPr>
          </a:lstStyle>
          <a:p>
            <a:pPr defTabSz="912115"/>
            <a:fld id="{727B4C2D-45E2-4621-8491-2995EB46A674}" type="slidenum">
              <a:rPr lang="en-US" smtClean="0">
                <a:gradFill>
                  <a:gsLst>
                    <a:gs pos="100000">
                      <a:srgbClr val="797A7D"/>
                    </a:gs>
                    <a:gs pos="0">
                      <a:srgbClr val="797A7D"/>
                    </a:gs>
                  </a:gsLst>
                  <a:lin ang="5400000" scaled="0"/>
                </a:gradFill>
              </a:rPr>
              <a:pPr defTabSz="912115"/>
              <a:t>‹#›</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701" y="4343404"/>
            <a:ext cx="11152188" cy="470747"/>
          </a:xfrm>
          <a:prstGeom prst="rect">
            <a:avLst/>
          </a:prstGeom>
        </p:spPr>
        <p:txBody>
          <a:bodyPr>
            <a:normAutofit/>
          </a:bodyPr>
          <a:lstStyle>
            <a:lvl1pPr marL="0" indent="0">
              <a:lnSpc>
                <a:spcPct val="90000"/>
              </a:lnSpc>
              <a:buNone/>
              <a:defRPr sz="3591">
                <a:gradFill>
                  <a:gsLst>
                    <a:gs pos="100000">
                      <a:schemeClr val="bg1"/>
                    </a:gs>
                    <a:gs pos="0">
                      <a:schemeClr val="bg1"/>
                    </a:gs>
                  </a:gsLst>
                  <a:lin ang="5400000" scaled="0"/>
                </a:gradFill>
                <a:latin typeface="+mj-lt"/>
              </a:defRPr>
            </a:lvl1pPr>
            <a:lvl2pPr>
              <a:defRPr sz="6384">
                <a:solidFill>
                  <a:schemeClr val="tx2"/>
                </a:solidFill>
                <a:latin typeface="+mn-lt"/>
              </a:defRPr>
            </a:lvl2pPr>
          </a:lstStyle>
          <a:p>
            <a:pPr lvl="0"/>
            <a:r>
              <a:rPr lang="en-US"/>
              <a:t>Click to edit Master text styles</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9888252" y="6100346"/>
            <a:ext cx="2164584" cy="749808"/>
          </a:xfrm>
          <a:prstGeom prst="rect">
            <a:avLst/>
          </a:prstGeom>
        </p:spPr>
      </p:pic>
    </p:spTree>
    <p:extLst>
      <p:ext uri="{BB962C8B-B14F-4D97-AF65-F5344CB8AC3E}">
        <p14:creationId xmlns:p14="http://schemas.microsoft.com/office/powerpoint/2010/main" val="282831583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Tree>
    <p:extLst>
      <p:ext uri="{BB962C8B-B14F-4D97-AF65-F5344CB8AC3E}">
        <p14:creationId xmlns:p14="http://schemas.microsoft.com/office/powerpoint/2010/main" val="3194293763"/>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362096"/>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a:t>Slide for Developer Code</a:t>
            </a:r>
          </a:p>
        </p:txBody>
      </p:sp>
      <p:sp>
        <p:nvSpPr>
          <p:cNvPr id="3" name="Rectangle 2"/>
          <p:cNvSpPr/>
          <p:nvPr/>
        </p:nvSpPr>
        <p:spPr bwMode="hidden">
          <a:xfrm>
            <a:off x="1" y="1155940"/>
            <a:ext cx="12188825" cy="570206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07" tIns="45607" rIns="45607" bIns="45607" numCol="1" spcCol="0" rtlCol="0" fromWordArt="0" anchor="ctr" anchorCtr="0" forceAA="0" compatLnSpc="1">
            <a:prstTxWarp prst="textNoShape">
              <a:avLst/>
            </a:prstTxWarp>
            <a:noAutofit/>
          </a:bodyPr>
          <a:lstStyle/>
          <a:p>
            <a:pPr algn="ctr" defTabSz="911815" fontAlgn="base">
              <a:spcBef>
                <a:spcPct val="0"/>
              </a:spcBef>
              <a:spcAft>
                <a:spcPct val="0"/>
              </a:spcAft>
            </a:pPr>
            <a:endParaRPr lang="en-US" sz="1795"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319" y="1447804"/>
            <a:ext cx="11152188" cy="1988237"/>
          </a:xfrm>
        </p:spPr>
        <p:txBody>
          <a:bodyPr/>
          <a:lstStyle>
            <a:lvl1pPr marL="0" indent="0">
              <a:lnSpc>
                <a:spcPct val="95000"/>
              </a:lnSpc>
              <a:buNone/>
              <a:defRPr sz="3192">
                <a:gradFill>
                  <a:gsLst>
                    <a:gs pos="1250">
                      <a:srgbClr val="000000"/>
                    </a:gs>
                    <a:gs pos="100000">
                      <a:srgbClr val="000000"/>
                    </a:gs>
                  </a:gsLst>
                  <a:lin ang="5400000" scaled="0"/>
                </a:gradFill>
                <a:latin typeface="Consolas" pitchFamily="49" charset="0"/>
                <a:cs typeface="Consolas" pitchFamily="49" charset="0"/>
              </a:defRPr>
            </a:lvl1pPr>
            <a:lvl2pPr marL="33887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165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6517"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2771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1073091"/>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701" y="228604"/>
            <a:ext cx="11152188" cy="664797"/>
          </a:xfrm>
        </p:spPr>
        <p:txBody>
          <a:bodyPr/>
          <a:lstStyle>
            <a:lvl1pPr>
              <a:defRPr sz="4788"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19113" y="1447799"/>
            <a:ext cx="11149013" cy="2043636"/>
          </a:xfrm>
          <a:prstGeom prst="rect">
            <a:avLst/>
          </a:prstGeom>
        </p:spPr>
        <p:txBody>
          <a:bodyPr/>
          <a:lstStyle>
            <a:lvl1pPr marL="342043" indent="-342043">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7078" indent="-2850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2115" indent="-2850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0143" indent="-2280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68172" indent="-2280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2" y="6238880"/>
            <a:ext cx="12188826"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591"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958606030"/>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3" y="228604"/>
            <a:ext cx="11149013" cy="666387"/>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9113" y="1447800"/>
            <a:ext cx="11149013" cy="946413"/>
          </a:xfrm>
        </p:spPr>
        <p:txBody>
          <a:bodyPr/>
          <a:lstStyle>
            <a:lvl1pPr marL="0" indent="0">
              <a:spcBef>
                <a:spcPts val="0"/>
              </a:spcBef>
              <a:spcAft>
                <a:spcPts val="898"/>
              </a:spcAft>
              <a:buNone/>
              <a:defRPr sz="3990" spc="-100" baseline="0">
                <a:latin typeface="Segoe UI Light" pitchFamily="34" charset="0"/>
              </a:defRPr>
            </a:lvl1pPr>
            <a:lvl2pPr marL="0" indent="0">
              <a:spcBef>
                <a:spcPts val="0"/>
              </a:spcBef>
              <a:spcAft>
                <a:spcPts val="399"/>
              </a:spcAft>
              <a:buNone/>
              <a:defRPr sz="1995" spc="-50" baseline="0"/>
            </a:lvl2pPr>
            <a:lvl3pPr marL="0" indent="0">
              <a:spcBef>
                <a:spcPts val="0"/>
              </a:spcBef>
              <a:spcAft>
                <a:spcPts val="399"/>
              </a:spcAft>
              <a:buNone/>
              <a:defRPr sz="1995"/>
            </a:lvl3pPr>
            <a:lvl4pPr marL="0" indent="0">
              <a:spcBef>
                <a:spcPts val="0"/>
              </a:spcBef>
              <a:spcAft>
                <a:spcPts val="399"/>
              </a:spcAft>
              <a:buNone/>
              <a:defRPr/>
            </a:lvl4pPr>
            <a:lvl5pPr marL="0" indent="0">
              <a:spcBef>
                <a:spcPts val="0"/>
              </a:spcBef>
              <a:spcAft>
                <a:spcPts val="399"/>
              </a:spcAft>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43879518"/>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22276" y="1239664"/>
            <a:ext cx="5570564" cy="346248"/>
          </a:xfrm>
        </p:spPr>
        <p:txBody>
          <a:bodyPr anchor="b"/>
          <a:lstStyle>
            <a:lvl1pPr marL="0" indent="0">
              <a:lnSpc>
                <a:spcPct val="90000"/>
              </a:lnSpc>
              <a:spcBef>
                <a:spcPts val="0"/>
              </a:spcBef>
              <a:buNone/>
              <a:defRPr sz="2494" b="0">
                <a:latin typeface="Segoe UI Semibold" pitchFamily="34" charset="0"/>
              </a:defRPr>
            </a:lvl1pPr>
            <a:lvl2pPr marL="456072" indent="0">
              <a:buNone/>
              <a:defRPr sz="1995" b="1"/>
            </a:lvl2pPr>
            <a:lvl3pPr marL="912145" indent="0">
              <a:buNone/>
              <a:defRPr sz="1829" b="1"/>
            </a:lvl3pPr>
            <a:lvl4pPr marL="1368216" indent="0">
              <a:buNone/>
              <a:defRPr sz="1580" b="1"/>
            </a:lvl4pPr>
            <a:lvl5pPr marL="1824291" indent="0">
              <a:buNone/>
              <a:defRPr sz="1580" b="1"/>
            </a:lvl5pPr>
            <a:lvl6pPr marL="2280363" indent="0">
              <a:buNone/>
              <a:defRPr sz="1580" b="1"/>
            </a:lvl6pPr>
            <a:lvl7pPr marL="2736435" indent="0">
              <a:buNone/>
              <a:defRPr sz="1580" b="1"/>
            </a:lvl7pPr>
            <a:lvl8pPr marL="3192507" indent="0">
              <a:buNone/>
              <a:defRPr sz="1580" b="1"/>
            </a:lvl8pPr>
            <a:lvl9pPr marL="3648579" indent="0">
              <a:buNone/>
              <a:defRPr sz="1580" b="1"/>
            </a:lvl9pPr>
          </a:lstStyle>
          <a:p>
            <a:pPr lvl="0"/>
            <a:r>
              <a:rPr lang="en-US"/>
              <a:t>Click to edit Master text styles</a:t>
            </a:r>
          </a:p>
        </p:txBody>
      </p:sp>
      <p:sp>
        <p:nvSpPr>
          <p:cNvPr id="4" name="Content Placeholder 3"/>
          <p:cNvSpPr>
            <a:spLocks noGrp="1"/>
          </p:cNvSpPr>
          <p:nvPr>
            <p:ph sz="half" idx="2"/>
          </p:nvPr>
        </p:nvSpPr>
        <p:spPr>
          <a:xfrm>
            <a:off x="411056" y="1905000"/>
            <a:ext cx="5581783" cy="1394228"/>
          </a:xfrm>
        </p:spPr>
        <p:txBody>
          <a:bodyPr/>
          <a:lstStyle>
            <a:lvl1pPr marL="281086" indent="-281086">
              <a:defRPr sz="1995"/>
            </a:lvl1pPr>
            <a:lvl2pPr marL="560853" indent="-265251">
              <a:defRPr sz="1829"/>
            </a:lvl2pPr>
            <a:lvl3pPr marL="811589" indent="-242816">
              <a:defRPr sz="1580"/>
            </a:lvl3pPr>
            <a:lvl4pPr marL="1047806" indent="-228301">
              <a:defRPr sz="1580"/>
            </a:lvl4pPr>
            <a:lvl5pPr marL="1276106" indent="-205867">
              <a:defRPr sz="1580"/>
            </a:lvl5pPr>
            <a:lvl6pPr>
              <a:defRPr sz="1580"/>
            </a:lvl6pPr>
            <a:lvl7pPr>
              <a:defRPr sz="1580"/>
            </a:lvl7pPr>
            <a:lvl8pPr>
              <a:defRPr sz="1580"/>
            </a:lvl8pPr>
            <a:lvl9pPr>
              <a:defRPr sz="15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1725" y="1239664"/>
            <a:ext cx="5638800" cy="346248"/>
          </a:xfrm>
        </p:spPr>
        <p:txBody>
          <a:bodyPr anchor="b"/>
          <a:lstStyle>
            <a:lvl1pPr marL="0" indent="0">
              <a:lnSpc>
                <a:spcPct val="90000"/>
              </a:lnSpc>
              <a:spcBef>
                <a:spcPts val="0"/>
              </a:spcBef>
              <a:buNone/>
              <a:defRPr sz="2494" b="1"/>
            </a:lvl1pPr>
            <a:lvl2pPr marL="456072" indent="0">
              <a:buNone/>
              <a:defRPr sz="1995" b="1"/>
            </a:lvl2pPr>
            <a:lvl3pPr marL="912145" indent="0">
              <a:buNone/>
              <a:defRPr sz="1829" b="1"/>
            </a:lvl3pPr>
            <a:lvl4pPr marL="1368216" indent="0">
              <a:buNone/>
              <a:defRPr sz="1580" b="1"/>
            </a:lvl4pPr>
            <a:lvl5pPr marL="1824291" indent="0">
              <a:buNone/>
              <a:defRPr sz="1580" b="1"/>
            </a:lvl5pPr>
            <a:lvl6pPr marL="2280363" indent="0">
              <a:buNone/>
              <a:defRPr sz="1580" b="1"/>
            </a:lvl6pPr>
            <a:lvl7pPr marL="2736435" indent="0">
              <a:buNone/>
              <a:defRPr sz="1580" b="1"/>
            </a:lvl7pPr>
            <a:lvl8pPr marL="3192507" indent="0">
              <a:buNone/>
              <a:defRPr sz="1580" b="1"/>
            </a:lvl8pPr>
            <a:lvl9pPr marL="3648579" indent="0">
              <a:buNone/>
              <a:defRPr sz="1580" b="1"/>
            </a:lvl9pPr>
          </a:lstStyle>
          <a:p>
            <a:pPr lvl="0"/>
            <a:r>
              <a:rPr lang="en-US"/>
              <a:t>Click to edit Master text styles</a:t>
            </a:r>
          </a:p>
        </p:txBody>
      </p:sp>
      <p:sp>
        <p:nvSpPr>
          <p:cNvPr id="6" name="Content Placeholder 5"/>
          <p:cNvSpPr>
            <a:spLocks noGrp="1"/>
          </p:cNvSpPr>
          <p:nvPr>
            <p:ph sz="quarter" idx="4"/>
          </p:nvPr>
        </p:nvSpPr>
        <p:spPr>
          <a:xfrm>
            <a:off x="6181727" y="1905001"/>
            <a:ext cx="5608493" cy="1394228"/>
          </a:xfrm>
        </p:spPr>
        <p:txBody>
          <a:bodyPr/>
          <a:lstStyle>
            <a:lvl1pPr marL="295602" indent="-295602">
              <a:defRPr sz="1995"/>
            </a:lvl1pPr>
            <a:lvl2pPr marL="568771" indent="-273169">
              <a:defRPr sz="1829"/>
            </a:lvl2pPr>
            <a:lvl3pPr marL="819505" indent="-244136">
              <a:defRPr sz="1580"/>
            </a:lvl3pPr>
            <a:lvl4pPr marL="1047806" indent="-236219">
              <a:defRPr sz="1580"/>
            </a:lvl4pPr>
            <a:lvl5pPr marL="1276106" indent="-220383">
              <a:defRPr sz="1580"/>
            </a:lvl5pPr>
            <a:lvl6pPr>
              <a:defRPr sz="1580"/>
            </a:lvl6pPr>
            <a:lvl7pPr>
              <a:defRPr sz="1580"/>
            </a:lvl7pPr>
            <a:lvl8pPr>
              <a:defRPr sz="1580"/>
            </a:lvl8pPr>
            <a:lvl9pPr>
              <a:defRPr sz="15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590215" y="6344945"/>
            <a:ext cx="1371600" cy="436856"/>
          </a:xfrm>
          <a:prstGeom prst="rect">
            <a:avLst/>
          </a:prstGeom>
        </p:spPr>
      </p:pic>
    </p:spTree>
    <p:extLst>
      <p:ext uri="{BB962C8B-B14F-4D97-AF65-F5344CB8AC3E}">
        <p14:creationId xmlns:p14="http://schemas.microsoft.com/office/powerpoint/2010/main" val="2858048568"/>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1188" y="1449390"/>
            <a:ext cx="5397500" cy="1742015"/>
          </a:xfrm>
          <a:prstGeom prst="rect">
            <a:avLst/>
          </a:prstGeom>
        </p:spPr>
        <p:txBody>
          <a:bodyPr/>
          <a:lstStyle>
            <a:lvl1pPr marL="228097" indent="-228097">
              <a:lnSpc>
                <a:spcPct val="90000"/>
              </a:lnSpc>
              <a:defRPr sz="2794">
                <a:latin typeface="Segoe UI" pitchFamily="34" charset="0"/>
              </a:defRPr>
            </a:lvl1pPr>
            <a:lvl2pPr marL="456194" indent="-228097">
              <a:lnSpc>
                <a:spcPct val="90000"/>
              </a:lnSpc>
              <a:defRPr sz="2395"/>
            </a:lvl2pPr>
            <a:lvl3pPr marL="684291" indent="-228097">
              <a:lnSpc>
                <a:spcPct val="90000"/>
              </a:lnSpc>
              <a:defRPr sz="1996"/>
            </a:lvl3pPr>
            <a:lvl4pPr marL="912388" indent="-228097">
              <a:lnSpc>
                <a:spcPct val="90000"/>
              </a:lnSpc>
              <a:defRPr sz="1796"/>
            </a:lvl4pPr>
            <a:lvl5pPr marL="1089797" indent="-177409">
              <a:lnSpc>
                <a:spcPct val="90000"/>
              </a:lnSpc>
              <a:defRPr sz="1796"/>
            </a:lvl5pPr>
            <a:lvl6pPr>
              <a:defRPr sz="1796"/>
            </a:lvl6pPr>
            <a:lvl7pPr>
              <a:defRPr sz="1796"/>
            </a:lvl7pPr>
            <a:lvl8pPr>
              <a:defRPr sz="1796"/>
            </a:lvl8pPr>
            <a:lvl9pPr>
              <a:defRPr sz="179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3414" y="1449390"/>
            <a:ext cx="5399087" cy="1742015"/>
          </a:xfrm>
          <a:prstGeom prst="rect">
            <a:avLst/>
          </a:prstGeom>
        </p:spPr>
        <p:txBody>
          <a:bodyPr/>
          <a:lstStyle>
            <a:lvl1pPr marL="228097" indent="-228097">
              <a:lnSpc>
                <a:spcPct val="90000"/>
              </a:lnSpc>
              <a:defRPr sz="2794">
                <a:latin typeface="Segoe UI" pitchFamily="34" charset="0"/>
              </a:defRPr>
            </a:lvl1pPr>
            <a:lvl2pPr marL="456194" indent="-228097">
              <a:lnSpc>
                <a:spcPct val="90000"/>
              </a:lnSpc>
              <a:defRPr sz="2395"/>
            </a:lvl2pPr>
            <a:lvl3pPr marL="684291" indent="-228097">
              <a:lnSpc>
                <a:spcPct val="90000"/>
              </a:lnSpc>
              <a:defRPr sz="1996"/>
            </a:lvl3pPr>
            <a:lvl4pPr marL="912388" indent="-228097">
              <a:lnSpc>
                <a:spcPct val="90000"/>
              </a:lnSpc>
              <a:defRPr sz="1796"/>
            </a:lvl4pPr>
            <a:lvl5pPr marL="1089797" indent="-177409">
              <a:lnSpc>
                <a:spcPct val="90000"/>
              </a:lnSpc>
              <a:defRPr sz="1796"/>
            </a:lvl5pPr>
            <a:lvl6pPr>
              <a:defRPr sz="1796"/>
            </a:lvl6pPr>
            <a:lvl7pPr>
              <a:defRPr sz="1796"/>
            </a:lvl7pPr>
            <a:lvl8pPr>
              <a:defRPr sz="1796"/>
            </a:lvl8pPr>
            <a:lvl9pPr>
              <a:defRPr sz="179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2956190"/>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4360269"/>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2_Conten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08715" y="3319887"/>
            <a:ext cx="5980112" cy="332527"/>
          </a:xfrm>
        </p:spPr>
        <p:txBody>
          <a:bodyPr lIns="182611" anchor="ctr"/>
          <a:lstStyle>
            <a:lvl1pPr marL="0" indent="0" algn="l">
              <a:buNone/>
              <a:defRPr/>
            </a:lvl1pPr>
          </a:lstStyle>
          <a:p>
            <a:r>
              <a:rPr lang="en-US" dirty="0"/>
              <a:t>Click to insert photo.</a:t>
            </a:r>
          </a:p>
        </p:txBody>
      </p:sp>
      <p:sp>
        <p:nvSpPr>
          <p:cNvPr id="3" name="Text Placeholder 2"/>
          <p:cNvSpPr>
            <a:spLocks noGrp="1"/>
          </p:cNvSpPr>
          <p:nvPr>
            <p:ph type="body" idx="1" hasCustomPrompt="1"/>
          </p:nvPr>
        </p:nvSpPr>
        <p:spPr>
          <a:xfrm>
            <a:off x="520700" y="1447802"/>
            <a:ext cx="5433533" cy="1178443"/>
          </a:xfrm>
          <a:prstGeom prst="rect">
            <a:avLst/>
          </a:prstGeom>
        </p:spPr>
        <p:txBody>
          <a:bodyPr>
            <a:noAutofit/>
          </a:bodyPr>
          <a:lstStyle>
            <a:lvl1pPr marL="0" indent="0">
              <a:spcBef>
                <a:spcPts val="900"/>
              </a:spcBef>
              <a:buNone/>
              <a:defRPr sz="3000" b="0" cap="none" baseline="0">
                <a:solidFill>
                  <a:schemeClr val="tx2"/>
                </a:solidFill>
                <a:latin typeface="+mj-lt"/>
              </a:defRPr>
            </a:lvl1pPr>
            <a:lvl2pPr marL="456449" indent="0">
              <a:buNone/>
              <a:defRPr sz="2025" b="1"/>
            </a:lvl2pPr>
            <a:lvl3pPr marL="912899" indent="0">
              <a:buNone/>
              <a:defRPr sz="1800" b="1"/>
            </a:lvl3pPr>
            <a:lvl4pPr marL="1369349" indent="0">
              <a:buNone/>
              <a:defRPr sz="1575" b="1"/>
            </a:lvl4pPr>
            <a:lvl5pPr marL="1825798" indent="0">
              <a:buNone/>
              <a:defRPr sz="1575" b="1"/>
            </a:lvl5pPr>
            <a:lvl6pPr marL="2282248" indent="0">
              <a:buNone/>
              <a:defRPr sz="1575" b="1"/>
            </a:lvl6pPr>
            <a:lvl7pPr marL="2738697" indent="0">
              <a:buNone/>
              <a:defRPr sz="1575" b="1"/>
            </a:lvl7pPr>
            <a:lvl8pPr marL="3195146" indent="0">
              <a:buNone/>
              <a:defRPr sz="1575" b="1"/>
            </a:lvl8pPr>
            <a:lvl9pPr marL="3651596" indent="0">
              <a:buNone/>
              <a:defRPr sz="1575" b="1"/>
            </a:lvl9pPr>
          </a:lstStyle>
          <a:p>
            <a:pPr lvl="0"/>
            <a:r>
              <a:rPr lang="en-US" dirty="0"/>
              <a:t>Click to edit Master text styles.</a:t>
            </a:r>
          </a:p>
        </p:txBody>
      </p:sp>
      <p:sp>
        <p:nvSpPr>
          <p:cNvPr id="10" name="Slide Number Placeholder 9"/>
          <p:cNvSpPr>
            <a:spLocks noGrp="1"/>
          </p:cNvSpPr>
          <p:nvPr>
            <p:ph type="sldNum" sz="quarter" idx="12"/>
          </p:nvPr>
        </p:nvSpPr>
        <p:spPr>
          <a:xfrm>
            <a:off x="520700" y="6399557"/>
            <a:ext cx="560686" cy="219456"/>
          </a:xfrm>
          <a:prstGeom prst="rect">
            <a:avLst/>
          </a:prstGeom>
        </p:spPr>
        <p:txBody>
          <a:bodyPr lIns="121720" tIns="60860" rIns="121720" bIns="60860" anchor="ctr"/>
          <a:lstStyle>
            <a:lvl1pPr algn="l">
              <a:defRPr sz="1200">
                <a:gradFill>
                  <a:gsLst>
                    <a:gs pos="100000">
                      <a:schemeClr val="bg2"/>
                    </a:gs>
                    <a:gs pos="0">
                      <a:schemeClr val="bg2"/>
                    </a:gs>
                  </a:gsLst>
                  <a:lin ang="5400000" scaled="0"/>
                </a:gradFill>
              </a:defRPr>
            </a:lvl1pPr>
          </a:lstStyle>
          <a:p>
            <a:pPr defTabSz="914400"/>
            <a:fld id="{727B4C2D-45E2-4621-8491-2995EB46A674}" type="slidenum">
              <a:rPr lang="en-US" smtClean="0">
                <a:gradFill>
                  <a:gsLst>
                    <a:gs pos="100000">
                      <a:srgbClr val="EAEEFB"/>
                    </a:gs>
                    <a:gs pos="0">
                      <a:srgbClr val="EAEEFB"/>
                    </a:gs>
                  </a:gsLst>
                  <a:lin ang="5400000" scaled="0"/>
                </a:gradFill>
              </a:rPr>
              <a:pPr defTabSz="914400"/>
              <a:t>‹#›</a:t>
            </a:fld>
            <a:endParaRPr lang="en-US" dirty="0">
              <a:gradFill>
                <a:gsLst>
                  <a:gs pos="100000">
                    <a:srgbClr val="EAEEFB"/>
                  </a:gs>
                  <a:gs pos="0">
                    <a:srgbClr val="EAEEFB"/>
                  </a:gs>
                </a:gsLst>
                <a:lin ang="5400000" scaled="0"/>
              </a:gradFill>
            </a:endParaRPr>
          </a:p>
        </p:txBody>
      </p:sp>
      <p:sp>
        <p:nvSpPr>
          <p:cNvPr id="9" name="Content Placeholder 5"/>
          <p:cNvSpPr>
            <a:spLocks noGrp="1"/>
          </p:cNvSpPr>
          <p:nvPr>
            <p:ph sz="quarter" idx="13"/>
          </p:nvPr>
        </p:nvSpPr>
        <p:spPr>
          <a:xfrm>
            <a:off x="520702" y="2734989"/>
            <a:ext cx="5444165" cy="609399"/>
          </a:xfrm>
          <a:prstGeom prst="rect">
            <a:avLst/>
          </a:prstGeom>
        </p:spPr>
        <p:txBody>
          <a:bodyPr>
            <a:noAutofit/>
          </a:bodyPr>
          <a:lstStyle>
            <a:lvl1pPr marL="0" indent="0">
              <a:spcBef>
                <a:spcPts val="900"/>
              </a:spcBef>
              <a:buFont typeface="Arial" pitchFamily="34" charset="0"/>
              <a:buNone/>
              <a:defRPr lang="en-US" sz="1500" kern="1200" spc="0" dirty="0" smtClean="0">
                <a:gradFill>
                  <a:gsLst>
                    <a:gs pos="100000">
                      <a:schemeClr val="bg2"/>
                    </a:gs>
                    <a:gs pos="0">
                      <a:schemeClr val="bg2"/>
                    </a:gs>
                  </a:gsLst>
                  <a:lin ang="5400000" scaled="0"/>
                </a:gradFill>
                <a:latin typeface="+mn-lt"/>
                <a:ea typeface="+mn-ea"/>
                <a:cs typeface="Segoe UI" pitchFamily="34" charset="0"/>
              </a:defRPr>
            </a:lvl1pPr>
            <a:lvl2pPr marL="684674" indent="-285281">
              <a:defRPr lang="en-US" sz="1575" kern="1200" dirty="0" smtClean="0">
                <a:solidFill>
                  <a:schemeClr val="bg2">
                    <a:lumMod val="50000"/>
                  </a:schemeClr>
                </a:solidFill>
                <a:latin typeface="+mn-lt"/>
                <a:ea typeface="+mn-ea"/>
                <a:cs typeface="Arial" pitchFamily="34" charset="0"/>
              </a:defRPr>
            </a:lvl2pPr>
            <a:lvl3pPr marL="684674" indent="-171169">
              <a:defRPr lang="en-US" sz="1425" kern="1200" dirty="0" smtClean="0">
                <a:solidFill>
                  <a:schemeClr val="bg2">
                    <a:lumMod val="50000"/>
                  </a:schemeClr>
                </a:solidFill>
                <a:latin typeface="+mn-lt"/>
                <a:ea typeface="+mn-ea"/>
                <a:cs typeface="Arial" pitchFamily="34" charset="0"/>
              </a:defRPr>
            </a:lvl3pPr>
            <a:lvl4pPr marL="912899" indent="-171169">
              <a:defRPr lang="en-US" sz="1200" kern="1200" dirty="0" smtClean="0">
                <a:solidFill>
                  <a:schemeClr val="bg2">
                    <a:lumMod val="50000"/>
                  </a:schemeClr>
                </a:solidFill>
                <a:latin typeface="+mn-lt"/>
                <a:ea typeface="+mn-ea"/>
                <a:cs typeface="Arial" pitchFamily="34" charset="0"/>
              </a:defRPr>
            </a:lvl4pPr>
            <a:lvl5pPr marL="1084068" indent="-171169">
              <a:defRPr lang="en-US" sz="1200" kern="1200" dirty="0">
                <a:solidFill>
                  <a:schemeClr val="bg2">
                    <a:lumMod val="50000"/>
                  </a:schemeClr>
                </a:solidFill>
                <a:latin typeface="+mn-lt"/>
                <a:ea typeface="+mn-ea"/>
                <a:cs typeface="Arial" pitchFamily="34" charset="0"/>
              </a:defRPr>
            </a:lvl5pPr>
            <a:lvl6pPr>
              <a:defRPr sz="1575"/>
            </a:lvl6pPr>
            <a:lvl7pPr>
              <a:defRPr sz="1575"/>
            </a:lvl7pPr>
            <a:lvl8pPr>
              <a:defRPr sz="1575"/>
            </a:lvl8pPr>
            <a:lvl9pPr>
              <a:defRPr sz="1575"/>
            </a:lvl9pPr>
          </a:lstStyle>
          <a:p>
            <a:pPr lvl="0"/>
            <a:r>
              <a:rPr lang="en-US"/>
              <a:t>Click to edit Master text styles</a:t>
            </a:r>
          </a:p>
        </p:txBody>
      </p:sp>
      <p:sp>
        <p:nvSpPr>
          <p:cNvPr id="11" name="TextBox 10"/>
          <p:cNvSpPr txBox="1"/>
          <p:nvPr/>
        </p:nvSpPr>
        <p:spPr>
          <a:xfrm>
            <a:off x="10615310" y="6186238"/>
            <a:ext cx="1521272" cy="450123"/>
          </a:xfrm>
          <a:prstGeom prst="rect">
            <a:avLst/>
          </a:prstGeom>
          <a:noFill/>
        </p:spPr>
        <p:txBody>
          <a:bodyPr wrap="square" lIns="0" tIns="0" rIns="0" bIns="0" rtlCol="0" anchor="ctr">
            <a:spAutoFit/>
          </a:bodyPr>
          <a:lstStyle/>
          <a:p>
            <a:pPr algn="ctr" defTabSz="914400"/>
            <a:r>
              <a:rPr lang="en-US" sz="2925" spc="-53" dirty="0">
                <a:solidFill>
                  <a:srgbClr val="3955A1"/>
                </a:solidFill>
                <a:latin typeface="Segoe Pro" pitchFamily="34" charset="0"/>
              </a:rPr>
              <a:t>Visio</a:t>
            </a:r>
          </a:p>
        </p:txBody>
      </p:sp>
    </p:spTree>
    <p:extLst>
      <p:ext uri="{BB962C8B-B14F-4D97-AF65-F5344CB8AC3E}">
        <p14:creationId xmlns:p14="http://schemas.microsoft.com/office/powerpoint/2010/main" val="129376808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36944363"/>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Section Header_2">
    <p:bg>
      <p:bgPr>
        <a:solidFill>
          <a:schemeClr val="accent5"/>
        </a:soli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962834" y="2747962"/>
            <a:ext cx="10360501" cy="1362075"/>
          </a:xfrm>
          <a:prstGeom prst="rect">
            <a:avLst/>
          </a:prstGeom>
        </p:spPr>
        <p:txBody>
          <a:bodyPr/>
          <a:lstStyle/>
          <a:p>
            <a:r>
              <a:rPr lang="en-US" dirty="0"/>
              <a:t>Solid divider</a:t>
            </a:r>
          </a:p>
        </p:txBody>
      </p:sp>
    </p:spTree>
    <p:extLst>
      <p:ext uri="{BB962C8B-B14F-4D97-AF65-F5344CB8AC3E}">
        <p14:creationId xmlns:p14="http://schemas.microsoft.com/office/powerpoint/2010/main" val="1454446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theme" Target="../theme/theme2.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slideLayout" Target="../slideLayouts/slideLayout85.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 Type="http://schemas.openxmlformats.org/officeDocument/2006/relationships/slideLayout" Target="../slideLayouts/slideLayout88.xml"/><Relationship Id="rId21" Type="http://schemas.openxmlformats.org/officeDocument/2006/relationships/slideLayout" Target="../slideLayouts/slideLayout106.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0" Type="http://schemas.openxmlformats.org/officeDocument/2006/relationships/slideLayout" Target="../slideLayouts/slideLayout105.xml"/><Relationship Id="rId29" Type="http://schemas.openxmlformats.org/officeDocument/2006/relationships/slideLayout" Target="../slideLayouts/slideLayout114.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theme" Target="../theme/theme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3" y="228604"/>
            <a:ext cx="11149013" cy="747897"/>
          </a:xfrm>
          <a:prstGeom prst="rect">
            <a:avLst/>
          </a:prstGeom>
        </p:spPr>
        <p:txBody>
          <a:bodyPr vert="horz" wrap="square" lIns="0" tIns="0" rIns="0" bIns="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520701" y="1447804"/>
            <a:ext cx="11152188" cy="205594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4722921"/>
      </p:ext>
    </p:extLst>
  </p:cSld>
  <p:clrMap bg1="lt1" tx1="dk1" bg2="lt2" tx2="dk2" accent1="accent1" accent2="accent2" accent3="accent3" accent4="accent4" accent5="accent5" accent6="accent6" hlink="hlink" folHlink="folHlink"/>
  <p:sldLayoutIdLst>
    <p:sldLayoutId id="2147484253" r:id="rId1"/>
    <p:sldLayoutId id="2147484254" r:id="rId2"/>
    <p:sldLayoutId id="2147484268" r:id="rId3"/>
    <p:sldLayoutId id="2147484379" r:id="rId4"/>
    <p:sldLayoutId id="2147484380" r:id="rId5"/>
    <p:sldLayoutId id="2147484381" r:id="rId6"/>
    <p:sldLayoutId id="2147484255" r:id="rId7"/>
    <p:sldLayoutId id="2147484256" r:id="rId8"/>
    <p:sldLayoutId id="2147484257" r:id="rId9"/>
    <p:sldLayoutId id="2147484258" r:id="rId10"/>
    <p:sldLayoutId id="2147484259" r:id="rId11"/>
    <p:sldLayoutId id="2147484260" r:id="rId12"/>
    <p:sldLayoutId id="2147484261" r:id="rId13"/>
    <p:sldLayoutId id="2147484262" r:id="rId14"/>
    <p:sldLayoutId id="2147484263" r:id="rId15"/>
    <p:sldLayoutId id="2147484264" r:id="rId16"/>
    <p:sldLayoutId id="2147484265" r:id="rId17"/>
    <p:sldLayoutId id="2147484266" r:id="rId18"/>
    <p:sldLayoutId id="2147484267" r:id="rId19"/>
    <p:sldLayoutId id="2147484382" r:id="rId20"/>
    <p:sldLayoutId id="2147484269" r:id="rId21"/>
    <p:sldLayoutId id="2147484383" r:id="rId22"/>
    <p:sldLayoutId id="2147484270" r:id="rId23"/>
    <p:sldLayoutId id="2147484271" r:id="rId24"/>
    <p:sldLayoutId id="2147484272" r:id="rId25"/>
    <p:sldLayoutId id="2147484273" r:id="rId26"/>
    <p:sldLayoutId id="2147484274" r:id="rId27"/>
    <p:sldLayoutId id="2147484275" r:id="rId28"/>
    <p:sldLayoutId id="2147484276" r:id="rId29"/>
    <p:sldLayoutId id="2147484277" r:id="rId30"/>
    <p:sldLayoutId id="2147484279" r:id="rId31"/>
    <p:sldLayoutId id="2147484281" r:id="rId32"/>
    <p:sldLayoutId id="2147484285" r:id="rId33"/>
    <p:sldLayoutId id="2147484284" r:id="rId34"/>
    <p:sldLayoutId id="2147484288" r:id="rId35"/>
    <p:sldLayoutId id="2147484377" r:id="rId36"/>
  </p:sldLayoutIdLst>
  <p:transition>
    <p:fade/>
  </p:transition>
  <p:txStyles>
    <p:titleStyle>
      <a:lvl1pPr algn="l" defTabSz="912078" rtl="0" eaLnBrk="1" latinLnBrk="0" hangingPunct="1">
        <a:lnSpc>
          <a:spcPct val="90000"/>
        </a:lnSpc>
        <a:spcBef>
          <a:spcPct val="0"/>
        </a:spcBef>
        <a:buNone/>
        <a:defRPr lang="en-US" sz="5386"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8876" marR="0" indent="-338876" algn="l" defTabSz="912078" rtl="0" eaLnBrk="1" fontAlgn="auto" latinLnBrk="0" hangingPunct="1">
        <a:lnSpc>
          <a:spcPct val="90000"/>
        </a:lnSpc>
        <a:spcBef>
          <a:spcPct val="20000"/>
        </a:spcBef>
        <a:spcAft>
          <a:spcPts val="0"/>
        </a:spcAft>
        <a:buClrTx/>
        <a:buSzPct val="80000"/>
        <a:buFont typeface="Arial" pitchFamily="34" charset="0"/>
        <a:buChar char="•"/>
        <a:tabLst/>
        <a:defRPr sz="3591" kern="1200" spc="-70" baseline="0">
          <a:gradFill>
            <a:gsLst>
              <a:gs pos="1250">
                <a:schemeClr val="bg2"/>
              </a:gs>
              <a:gs pos="100000">
                <a:schemeClr val="bg2"/>
              </a:gs>
            </a:gsLst>
            <a:lin ang="5400000" scaled="0"/>
          </a:gradFill>
          <a:latin typeface="+mj-lt"/>
          <a:ea typeface="+mn-ea"/>
          <a:cs typeface="+mn-cs"/>
        </a:defRPr>
      </a:lvl1pPr>
      <a:lvl2pPr marL="571656" marR="0" indent="-232780" algn="l" defTabSz="912078" rtl="0" eaLnBrk="1" fontAlgn="auto" latinLnBrk="0" hangingPunct="1">
        <a:lnSpc>
          <a:spcPct val="90000"/>
        </a:lnSpc>
        <a:spcBef>
          <a:spcPct val="20000"/>
        </a:spcBef>
        <a:spcAft>
          <a:spcPts val="0"/>
        </a:spcAft>
        <a:buClrTx/>
        <a:buSzPct val="90000"/>
        <a:buFont typeface="Wingdings" pitchFamily="2" charset="2"/>
        <a:buChar char=""/>
        <a:tabLst/>
        <a:defRPr sz="2394" kern="1200" spc="0" baseline="0">
          <a:gradFill>
            <a:gsLst>
              <a:gs pos="1250">
                <a:schemeClr val="bg2"/>
              </a:gs>
              <a:gs pos="100000">
                <a:schemeClr val="bg2"/>
              </a:gs>
            </a:gsLst>
            <a:lin ang="5400000" scaled="0"/>
          </a:gradFill>
          <a:latin typeface="+mn-lt"/>
          <a:ea typeface="+mn-ea"/>
          <a:cs typeface="+mn-cs"/>
        </a:defRPr>
      </a:lvl2pPr>
      <a:lvl3pPr marL="796517" marR="0" indent="-224861" algn="l" defTabSz="912078" rtl="0" eaLnBrk="1" fontAlgn="auto" latinLnBrk="0" hangingPunct="1">
        <a:lnSpc>
          <a:spcPct val="90000"/>
        </a:lnSpc>
        <a:spcBef>
          <a:spcPct val="20000"/>
        </a:spcBef>
        <a:spcAft>
          <a:spcPts val="0"/>
        </a:spcAft>
        <a:buClrTx/>
        <a:buSzPct val="90000"/>
        <a:buFont typeface="Wingdings" pitchFamily="2" charset="2"/>
        <a:buChar char=""/>
        <a:tabLst>
          <a:tab pos="796517" algn="l"/>
        </a:tabLst>
        <a:defRPr sz="2394" kern="1200" spc="0" baseline="0">
          <a:gradFill>
            <a:gsLst>
              <a:gs pos="1250">
                <a:schemeClr val="bg2"/>
              </a:gs>
              <a:gs pos="100000">
                <a:schemeClr val="bg2"/>
              </a:gs>
            </a:gsLst>
            <a:lin ang="5400000" scaled="0"/>
          </a:gradFill>
          <a:latin typeface="+mn-lt"/>
          <a:ea typeface="+mn-ea"/>
          <a:cs typeface="+mn-cs"/>
        </a:defRPr>
      </a:lvl3pPr>
      <a:lvl4pPr marL="1027713" marR="0" indent="-231195" algn="l" defTabSz="912078" rtl="0" eaLnBrk="1" fontAlgn="auto" latinLnBrk="0" hangingPunct="1">
        <a:lnSpc>
          <a:spcPct val="90000"/>
        </a:lnSpc>
        <a:spcBef>
          <a:spcPct val="20000"/>
        </a:spcBef>
        <a:spcAft>
          <a:spcPts val="0"/>
        </a:spcAft>
        <a:buClrTx/>
        <a:buSzPct val="90000"/>
        <a:buFont typeface="Wingdings" pitchFamily="2" charset="2"/>
        <a:buChar char=""/>
        <a:tabLst/>
        <a:defRPr sz="1995" kern="1200" spc="0" baseline="0">
          <a:gradFill>
            <a:gsLst>
              <a:gs pos="1250">
                <a:schemeClr val="bg2"/>
              </a:gs>
              <a:gs pos="100000">
                <a:schemeClr val="bg2"/>
              </a:gs>
            </a:gsLst>
            <a:lin ang="5400000" scaled="0"/>
          </a:gradFill>
          <a:latin typeface="+mn-lt"/>
          <a:ea typeface="+mn-ea"/>
          <a:cs typeface="+mn-cs"/>
        </a:defRPr>
      </a:lvl4pPr>
      <a:lvl5pPr marL="1252574" marR="0" indent="-224861" algn="l" defTabSz="912078" rtl="0" eaLnBrk="1" fontAlgn="auto" latinLnBrk="0" hangingPunct="1">
        <a:lnSpc>
          <a:spcPct val="90000"/>
        </a:lnSpc>
        <a:spcBef>
          <a:spcPct val="20000"/>
        </a:spcBef>
        <a:spcAft>
          <a:spcPts val="0"/>
        </a:spcAft>
        <a:buClrTx/>
        <a:buSzPct val="90000"/>
        <a:buFont typeface="Wingdings" pitchFamily="2" charset="2"/>
        <a:buChar char=""/>
        <a:tabLst>
          <a:tab pos="1252574" algn="l"/>
        </a:tabLst>
        <a:defRPr sz="1995" kern="1200" spc="0" baseline="0">
          <a:gradFill>
            <a:gsLst>
              <a:gs pos="1250">
                <a:schemeClr val="bg2"/>
              </a:gs>
              <a:gs pos="100000">
                <a:schemeClr val="bg2"/>
              </a:gs>
            </a:gsLst>
            <a:lin ang="5400000" scaled="0"/>
          </a:gradFill>
          <a:latin typeface="+mn-lt"/>
          <a:ea typeface="+mn-ea"/>
          <a:cs typeface="+mn-cs"/>
        </a:defRPr>
      </a:lvl5pPr>
      <a:lvl6pPr marL="2508215"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6pPr>
      <a:lvl7pPr marL="2964253"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7pPr>
      <a:lvl8pPr marL="3420293"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8pPr>
      <a:lvl9pPr marL="3876332"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9pPr>
    </p:bodyStyle>
    <p:otherStyle>
      <a:defPPr>
        <a:defRPr lang="en-US"/>
      </a:defPPr>
      <a:lvl1pPr marL="0" algn="l" defTabSz="912078" rtl="0" eaLnBrk="1" latinLnBrk="0" hangingPunct="1">
        <a:defRPr sz="1795" kern="1200">
          <a:solidFill>
            <a:schemeClr val="tx1"/>
          </a:solidFill>
          <a:latin typeface="+mn-lt"/>
          <a:ea typeface="+mn-ea"/>
          <a:cs typeface="+mn-cs"/>
        </a:defRPr>
      </a:lvl1pPr>
      <a:lvl2pPr marL="456040" algn="l" defTabSz="912078" rtl="0" eaLnBrk="1" latinLnBrk="0" hangingPunct="1">
        <a:defRPr sz="1795" kern="1200">
          <a:solidFill>
            <a:schemeClr val="tx1"/>
          </a:solidFill>
          <a:latin typeface="+mn-lt"/>
          <a:ea typeface="+mn-ea"/>
          <a:cs typeface="+mn-cs"/>
        </a:defRPr>
      </a:lvl2pPr>
      <a:lvl3pPr marL="912078" algn="l" defTabSz="912078" rtl="0" eaLnBrk="1" latinLnBrk="0" hangingPunct="1">
        <a:defRPr sz="1795" kern="1200">
          <a:solidFill>
            <a:schemeClr val="tx1"/>
          </a:solidFill>
          <a:latin typeface="+mn-lt"/>
          <a:ea typeface="+mn-ea"/>
          <a:cs typeface="+mn-cs"/>
        </a:defRPr>
      </a:lvl3pPr>
      <a:lvl4pPr marL="1368118" algn="l" defTabSz="912078" rtl="0" eaLnBrk="1" latinLnBrk="0" hangingPunct="1">
        <a:defRPr sz="1795" kern="1200">
          <a:solidFill>
            <a:schemeClr val="tx1"/>
          </a:solidFill>
          <a:latin typeface="+mn-lt"/>
          <a:ea typeface="+mn-ea"/>
          <a:cs typeface="+mn-cs"/>
        </a:defRPr>
      </a:lvl4pPr>
      <a:lvl5pPr marL="1824156" algn="l" defTabSz="912078" rtl="0" eaLnBrk="1" latinLnBrk="0" hangingPunct="1">
        <a:defRPr sz="1795" kern="1200">
          <a:solidFill>
            <a:schemeClr val="tx1"/>
          </a:solidFill>
          <a:latin typeface="+mn-lt"/>
          <a:ea typeface="+mn-ea"/>
          <a:cs typeface="+mn-cs"/>
        </a:defRPr>
      </a:lvl5pPr>
      <a:lvl6pPr marL="2280196" algn="l" defTabSz="912078" rtl="0" eaLnBrk="1" latinLnBrk="0" hangingPunct="1">
        <a:defRPr sz="1795" kern="1200">
          <a:solidFill>
            <a:schemeClr val="tx1"/>
          </a:solidFill>
          <a:latin typeface="+mn-lt"/>
          <a:ea typeface="+mn-ea"/>
          <a:cs typeface="+mn-cs"/>
        </a:defRPr>
      </a:lvl6pPr>
      <a:lvl7pPr marL="2736234" algn="l" defTabSz="912078" rtl="0" eaLnBrk="1" latinLnBrk="0" hangingPunct="1">
        <a:defRPr sz="1795" kern="1200">
          <a:solidFill>
            <a:schemeClr val="tx1"/>
          </a:solidFill>
          <a:latin typeface="+mn-lt"/>
          <a:ea typeface="+mn-ea"/>
          <a:cs typeface="+mn-cs"/>
        </a:defRPr>
      </a:lvl7pPr>
      <a:lvl8pPr marL="3192274" algn="l" defTabSz="912078" rtl="0" eaLnBrk="1" latinLnBrk="0" hangingPunct="1">
        <a:defRPr sz="1795" kern="1200">
          <a:solidFill>
            <a:schemeClr val="tx1"/>
          </a:solidFill>
          <a:latin typeface="+mn-lt"/>
          <a:ea typeface="+mn-ea"/>
          <a:cs typeface="+mn-cs"/>
        </a:defRPr>
      </a:lvl8pPr>
      <a:lvl9pPr marL="3648313" algn="l" defTabSz="912078" rtl="0" eaLnBrk="1" latinLnBrk="0" hangingPunct="1">
        <a:defRPr sz="179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3" y="228601"/>
            <a:ext cx="11149013" cy="519501"/>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3" y="1447801"/>
            <a:ext cx="11149012" cy="1500667"/>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txBox="1">
            <a:spLocks/>
          </p:cNvSpPr>
          <p:nvPr/>
        </p:nvSpPr>
        <p:spPr>
          <a:xfrm>
            <a:off x="8610768" y="6647317"/>
            <a:ext cx="3245524" cy="210251"/>
          </a:xfrm>
          <a:prstGeom prst="rect">
            <a:avLst/>
          </a:prstGeom>
        </p:spPr>
        <p:txBody>
          <a:bodyPr lIns="0" tIns="0" rIns="0" bIns="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00" dirty="0">
                <a:solidFill>
                  <a:srgbClr val="000000">
                    <a:lumMod val="65000"/>
                    <a:lumOff val="35000"/>
                  </a:srgbClr>
                </a:solidFill>
              </a:rPr>
              <a:t>Copyright© 2012 Microsoft Corporation</a:t>
            </a:r>
          </a:p>
        </p:txBody>
      </p:sp>
    </p:spTree>
    <p:extLst>
      <p:ext uri="{BB962C8B-B14F-4D97-AF65-F5344CB8AC3E}">
        <p14:creationId xmlns:p14="http://schemas.microsoft.com/office/powerpoint/2010/main" val="965106578"/>
      </p:ext>
    </p:extLst>
  </p:cSld>
  <p:clrMap bg1="lt1" tx1="dk1" bg2="lt2" tx2="dk2" accent1="accent1" accent2="accent2" accent3="accent3" accent4="accent4" accent5="accent5" accent6="accent6" hlink="hlink" folHlink="folHlink"/>
  <p:sldLayoutIdLst>
    <p:sldLayoutId id="2147484290" r:id="rId1"/>
    <p:sldLayoutId id="2147484291" r:id="rId2"/>
    <p:sldLayoutId id="2147484292" r:id="rId3"/>
    <p:sldLayoutId id="2147484293" r:id="rId4"/>
    <p:sldLayoutId id="2147484294" r:id="rId5"/>
    <p:sldLayoutId id="2147484295" r:id="rId6"/>
    <p:sldLayoutId id="2147484296" r:id="rId7"/>
    <p:sldLayoutId id="2147484297" r:id="rId8"/>
    <p:sldLayoutId id="2147484298" r:id="rId9"/>
  </p:sldLayoutIdLst>
  <p:transition>
    <p:fade/>
  </p:transition>
  <p:txStyles>
    <p:titleStyle>
      <a:lvl1pPr algn="l" defTabSz="685955" rtl="0" eaLnBrk="1" latinLnBrk="0" hangingPunct="1">
        <a:lnSpc>
          <a:spcPct val="90000"/>
        </a:lnSpc>
        <a:spcBef>
          <a:spcPct val="0"/>
        </a:spcBef>
        <a:buNone/>
        <a:defRPr lang="en-US" sz="3751" b="0" kern="1200" cap="none" spc="-75"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Pro Light" pitchFamily="34" charset="0"/>
          <a:ea typeface="+mn-ea"/>
          <a:cs typeface="Arial" charset="0"/>
        </a:defRPr>
      </a:lvl1pPr>
    </p:titleStyle>
    <p:bodyStyle>
      <a:lvl1pPr marL="259625" indent="-259625" algn="l" defTabSz="685955" rtl="0" eaLnBrk="1" latinLnBrk="0" hangingPunct="1">
        <a:lnSpc>
          <a:spcPct val="90000"/>
        </a:lnSpc>
        <a:spcBef>
          <a:spcPct val="20000"/>
        </a:spcBef>
        <a:buSzPct val="90000"/>
        <a:buFont typeface="Arial" pitchFamily="34" charset="0"/>
        <a:buChar char="•"/>
        <a:defRPr sz="2401"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472805" indent="-213179" algn="l" defTabSz="685955" rtl="0" eaLnBrk="1" latinLnBrk="0" hangingPunct="1">
        <a:lnSpc>
          <a:spcPct val="90000"/>
        </a:lnSpc>
        <a:spcBef>
          <a:spcPct val="20000"/>
        </a:spcBef>
        <a:buSzPct val="90000"/>
        <a:buFont typeface="Arial" pitchFamily="34" charset="0"/>
        <a:buChar char="•"/>
        <a:tabLst>
          <a:tab pos="472805" algn="l"/>
        </a:tabLst>
        <a:defRPr sz="2101"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685983" indent="-213179" algn="l" defTabSz="685955"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112340" indent="-167923" algn="l" defTabSz="685955" rtl="0" eaLnBrk="1" latinLnBrk="0" hangingPunct="1">
        <a:lnSpc>
          <a:spcPct val="90000"/>
        </a:lnSpc>
        <a:spcBef>
          <a:spcPct val="20000"/>
        </a:spcBef>
        <a:buSzPct val="90000"/>
        <a:buFont typeface="Arial" pitchFamily="34" charset="0"/>
        <a:buChar char="•"/>
        <a:tabLst>
          <a:tab pos="685983" algn="l"/>
        </a:tabLst>
        <a:defRPr sz="15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285027" indent="-172687" algn="l" defTabSz="685955" rtl="0" eaLnBrk="1" latinLnBrk="0" hangingPunct="1">
        <a:lnSpc>
          <a:spcPct val="90000"/>
        </a:lnSpc>
        <a:spcBef>
          <a:spcPct val="20000"/>
        </a:spcBef>
        <a:buSzPct val="90000"/>
        <a:buFont typeface="Arial" pitchFamily="34" charset="0"/>
        <a:buChar char="•"/>
        <a:defRPr sz="15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955" rtl="0" eaLnBrk="1" latinLnBrk="0" hangingPunct="1">
        <a:defRPr sz="1350" kern="1200">
          <a:solidFill>
            <a:schemeClr val="tx1"/>
          </a:solidFill>
          <a:latin typeface="+mn-lt"/>
          <a:ea typeface="+mn-ea"/>
          <a:cs typeface="+mn-cs"/>
        </a:defRPr>
      </a:lvl1pPr>
      <a:lvl2pPr marL="342978" algn="l" defTabSz="685955" rtl="0" eaLnBrk="1" latinLnBrk="0" hangingPunct="1">
        <a:defRPr sz="1350" kern="1200">
          <a:solidFill>
            <a:schemeClr val="tx1"/>
          </a:solidFill>
          <a:latin typeface="+mn-lt"/>
          <a:ea typeface="+mn-ea"/>
          <a:cs typeface="+mn-cs"/>
        </a:defRPr>
      </a:lvl2pPr>
      <a:lvl3pPr marL="685955" algn="l" defTabSz="685955" rtl="0" eaLnBrk="1" latinLnBrk="0" hangingPunct="1">
        <a:defRPr sz="1350" kern="1200">
          <a:solidFill>
            <a:schemeClr val="tx1"/>
          </a:solidFill>
          <a:latin typeface="+mn-lt"/>
          <a:ea typeface="+mn-ea"/>
          <a:cs typeface="+mn-cs"/>
        </a:defRPr>
      </a:lvl3pPr>
      <a:lvl4pPr marL="1028933" algn="l" defTabSz="685955" rtl="0" eaLnBrk="1" latinLnBrk="0" hangingPunct="1">
        <a:defRPr sz="1350" kern="1200">
          <a:solidFill>
            <a:schemeClr val="tx1"/>
          </a:solidFill>
          <a:latin typeface="+mn-lt"/>
          <a:ea typeface="+mn-ea"/>
          <a:cs typeface="+mn-cs"/>
        </a:defRPr>
      </a:lvl4pPr>
      <a:lvl5pPr marL="1371911" algn="l" defTabSz="685955" rtl="0" eaLnBrk="1" latinLnBrk="0" hangingPunct="1">
        <a:defRPr sz="1350" kern="1200">
          <a:solidFill>
            <a:schemeClr val="tx1"/>
          </a:solidFill>
          <a:latin typeface="+mn-lt"/>
          <a:ea typeface="+mn-ea"/>
          <a:cs typeface="+mn-cs"/>
        </a:defRPr>
      </a:lvl5pPr>
      <a:lvl6pPr marL="1714889" algn="l" defTabSz="685955" rtl="0" eaLnBrk="1" latinLnBrk="0" hangingPunct="1">
        <a:defRPr sz="1350" kern="1200">
          <a:solidFill>
            <a:schemeClr val="tx1"/>
          </a:solidFill>
          <a:latin typeface="+mn-lt"/>
          <a:ea typeface="+mn-ea"/>
          <a:cs typeface="+mn-cs"/>
        </a:defRPr>
      </a:lvl6pPr>
      <a:lvl7pPr marL="2057866" algn="l" defTabSz="685955" rtl="0" eaLnBrk="1" latinLnBrk="0" hangingPunct="1">
        <a:defRPr sz="1350" kern="1200">
          <a:solidFill>
            <a:schemeClr val="tx1"/>
          </a:solidFill>
          <a:latin typeface="+mn-lt"/>
          <a:ea typeface="+mn-ea"/>
          <a:cs typeface="+mn-cs"/>
        </a:defRPr>
      </a:lvl7pPr>
      <a:lvl8pPr marL="2400844" algn="l" defTabSz="685955" rtl="0" eaLnBrk="1" latinLnBrk="0" hangingPunct="1">
        <a:defRPr sz="1350" kern="1200">
          <a:solidFill>
            <a:schemeClr val="tx1"/>
          </a:solidFill>
          <a:latin typeface="+mn-lt"/>
          <a:ea typeface="+mn-ea"/>
          <a:cs typeface="+mn-cs"/>
        </a:defRPr>
      </a:lvl8pPr>
      <a:lvl9pPr marL="2743822" algn="l" defTabSz="685955"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4" y="228606"/>
            <a:ext cx="11149013" cy="519501"/>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519113" y="1447800"/>
            <a:ext cx="11149012" cy="1380506"/>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0488875"/>
      </p:ext>
    </p:extLst>
  </p:cSld>
  <p:clrMap bg1="lt1" tx1="dk1" bg2="lt2" tx2="dk2" accent1="accent1" accent2="accent2" accent3="accent3" accent4="accent4" accent5="accent5" accent6="accent6" hlink="hlink" folHlink="folHlink"/>
  <p:sldLayoutIdLst>
    <p:sldLayoutId id="2147484301" r:id="rId1"/>
    <p:sldLayoutId id="2147484302" r:id="rId2"/>
    <p:sldLayoutId id="2147484303" r:id="rId3"/>
    <p:sldLayoutId id="2147484304" r:id="rId4"/>
    <p:sldLayoutId id="2147484305" r:id="rId5"/>
    <p:sldLayoutId id="2147484306" r:id="rId6"/>
    <p:sldLayoutId id="2147484307" r:id="rId7"/>
    <p:sldLayoutId id="2147484308" r:id="rId8"/>
    <p:sldLayoutId id="2147484309" r:id="rId9"/>
    <p:sldLayoutId id="2147484310" r:id="rId10"/>
    <p:sldLayoutId id="2147484311" r:id="rId11"/>
  </p:sldLayoutIdLst>
  <p:transition>
    <p:fade/>
  </p:transition>
  <p:txStyles>
    <p:titleStyle>
      <a:lvl1pPr algn="l" defTabSz="685955" rtl="0" eaLnBrk="1" latinLnBrk="0" hangingPunct="1">
        <a:lnSpc>
          <a:spcPct val="90000"/>
        </a:lnSpc>
        <a:spcBef>
          <a:spcPct val="0"/>
        </a:spcBef>
        <a:buNone/>
        <a:defRPr lang="en-US" sz="3751" b="0" kern="1200" cap="none" spc="-75" baseline="0" dirty="0" smtClean="0">
          <a:ln w="3175">
            <a:noFill/>
          </a:ln>
          <a:solidFill>
            <a:schemeClr val="tx2"/>
          </a:solidFill>
          <a:effectLst/>
          <a:latin typeface="Segoe Pro Light" pitchFamily="34" charset="0"/>
          <a:ea typeface="+mn-ea"/>
          <a:cs typeface="Arial" charset="0"/>
        </a:defRPr>
      </a:lvl1pPr>
    </p:titleStyle>
    <p:bodyStyle>
      <a:lvl1pPr marL="0" indent="0" algn="l" defTabSz="685955" rtl="0" eaLnBrk="1" latinLnBrk="0" hangingPunct="1">
        <a:lnSpc>
          <a:spcPct val="90000"/>
        </a:lnSpc>
        <a:spcBef>
          <a:spcPct val="20000"/>
        </a:spcBef>
        <a:buSzPct val="90000"/>
        <a:buFont typeface="Arial" pitchFamily="34" charset="0"/>
        <a:buNone/>
        <a:defRPr sz="3001" kern="1200" spc="-75" baseline="0">
          <a:solidFill>
            <a:schemeClr val="tx2"/>
          </a:solidFill>
          <a:latin typeface="Segoe Pro Light" pitchFamily="34" charset="0"/>
          <a:ea typeface="+mn-ea"/>
          <a:cs typeface="+mn-cs"/>
        </a:defRPr>
      </a:lvl1pPr>
      <a:lvl2pPr marL="0" indent="0" algn="l" defTabSz="685955" rtl="0" eaLnBrk="1" latinLnBrk="0" hangingPunct="1">
        <a:lnSpc>
          <a:spcPct val="90000"/>
        </a:lnSpc>
        <a:spcBef>
          <a:spcPct val="20000"/>
        </a:spcBef>
        <a:buSzPct val="90000"/>
        <a:buFont typeface="Arial" pitchFamily="34" charset="0"/>
        <a:buNone/>
        <a:tabLst>
          <a:tab pos="472805" algn="l"/>
        </a:tabLst>
        <a:defRPr sz="1500" kern="1200" spc="-53" baseline="0">
          <a:solidFill>
            <a:schemeClr val="tx2"/>
          </a:solidFill>
          <a:latin typeface="Segoe Pro" pitchFamily="34" charset="0"/>
          <a:ea typeface="+mn-ea"/>
          <a:cs typeface="+mn-cs"/>
        </a:defRPr>
      </a:lvl2pPr>
      <a:lvl3pPr marL="0" indent="0" algn="l" defTabSz="685955" rtl="0" eaLnBrk="1" latinLnBrk="0" hangingPunct="1">
        <a:lnSpc>
          <a:spcPct val="90000"/>
        </a:lnSpc>
        <a:spcBef>
          <a:spcPct val="20000"/>
        </a:spcBef>
        <a:buSzPct val="90000"/>
        <a:buFont typeface="Arial" pitchFamily="34" charset="0"/>
        <a:buNone/>
        <a:tabLst/>
        <a:defRPr sz="1200" kern="1200" spc="-53" baseline="0">
          <a:solidFill>
            <a:schemeClr val="tx2"/>
          </a:solidFill>
          <a:latin typeface="Segoe Pro" pitchFamily="34" charset="0"/>
          <a:ea typeface="+mn-ea"/>
          <a:cs typeface="+mn-cs"/>
        </a:defRPr>
      </a:lvl3pPr>
      <a:lvl4pPr marL="944417" indent="0" algn="l" defTabSz="685955" rtl="0" eaLnBrk="1" latinLnBrk="0" hangingPunct="1">
        <a:lnSpc>
          <a:spcPct val="90000"/>
        </a:lnSpc>
        <a:spcBef>
          <a:spcPct val="20000"/>
        </a:spcBef>
        <a:buSzPct val="90000"/>
        <a:buFont typeface="Arial" pitchFamily="34" charset="0"/>
        <a:buNone/>
        <a:tabLst>
          <a:tab pos="685983" algn="l"/>
        </a:tabLst>
        <a:defRPr sz="1500" kern="1200">
          <a:solidFill>
            <a:schemeClr val="tx2"/>
          </a:solidFill>
          <a:latin typeface="Segoe Pro" pitchFamily="34" charset="0"/>
          <a:ea typeface="+mn-ea"/>
          <a:cs typeface="+mn-cs"/>
        </a:defRPr>
      </a:lvl4pPr>
      <a:lvl5pPr marL="1112340" indent="0" algn="l" defTabSz="685955" rtl="0" eaLnBrk="1" latinLnBrk="0" hangingPunct="1">
        <a:lnSpc>
          <a:spcPct val="90000"/>
        </a:lnSpc>
        <a:spcBef>
          <a:spcPct val="20000"/>
        </a:spcBef>
        <a:buSzPct val="90000"/>
        <a:buFont typeface="Arial" pitchFamily="34" charset="0"/>
        <a:buNone/>
        <a:defRPr sz="1500" kern="1200">
          <a:solidFill>
            <a:schemeClr val="tx2"/>
          </a:solidFill>
          <a:latin typeface="Segoe Pro" pitchFamily="34" charset="0"/>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955" rtl="0" eaLnBrk="1" latinLnBrk="0" hangingPunct="1">
        <a:defRPr sz="1350" kern="1200">
          <a:solidFill>
            <a:schemeClr val="tx1"/>
          </a:solidFill>
          <a:latin typeface="+mn-lt"/>
          <a:ea typeface="+mn-ea"/>
          <a:cs typeface="+mn-cs"/>
        </a:defRPr>
      </a:lvl1pPr>
      <a:lvl2pPr marL="342978" algn="l" defTabSz="685955" rtl="0" eaLnBrk="1" latinLnBrk="0" hangingPunct="1">
        <a:defRPr sz="1350" kern="1200">
          <a:solidFill>
            <a:schemeClr val="tx1"/>
          </a:solidFill>
          <a:latin typeface="+mn-lt"/>
          <a:ea typeface="+mn-ea"/>
          <a:cs typeface="+mn-cs"/>
        </a:defRPr>
      </a:lvl2pPr>
      <a:lvl3pPr marL="685955" algn="l" defTabSz="685955" rtl="0" eaLnBrk="1" latinLnBrk="0" hangingPunct="1">
        <a:defRPr sz="1350" kern="1200">
          <a:solidFill>
            <a:schemeClr val="tx1"/>
          </a:solidFill>
          <a:latin typeface="+mn-lt"/>
          <a:ea typeface="+mn-ea"/>
          <a:cs typeface="+mn-cs"/>
        </a:defRPr>
      </a:lvl3pPr>
      <a:lvl4pPr marL="1028933" algn="l" defTabSz="685955" rtl="0" eaLnBrk="1" latinLnBrk="0" hangingPunct="1">
        <a:defRPr sz="1350" kern="1200">
          <a:solidFill>
            <a:schemeClr val="tx1"/>
          </a:solidFill>
          <a:latin typeface="+mn-lt"/>
          <a:ea typeface="+mn-ea"/>
          <a:cs typeface="+mn-cs"/>
        </a:defRPr>
      </a:lvl4pPr>
      <a:lvl5pPr marL="1371911" algn="l" defTabSz="685955" rtl="0" eaLnBrk="1" latinLnBrk="0" hangingPunct="1">
        <a:defRPr sz="1350" kern="1200">
          <a:solidFill>
            <a:schemeClr val="tx1"/>
          </a:solidFill>
          <a:latin typeface="+mn-lt"/>
          <a:ea typeface="+mn-ea"/>
          <a:cs typeface="+mn-cs"/>
        </a:defRPr>
      </a:lvl5pPr>
      <a:lvl6pPr marL="1714889" algn="l" defTabSz="685955" rtl="0" eaLnBrk="1" latinLnBrk="0" hangingPunct="1">
        <a:defRPr sz="1350" kern="1200">
          <a:solidFill>
            <a:schemeClr val="tx1"/>
          </a:solidFill>
          <a:latin typeface="+mn-lt"/>
          <a:ea typeface="+mn-ea"/>
          <a:cs typeface="+mn-cs"/>
        </a:defRPr>
      </a:lvl6pPr>
      <a:lvl7pPr marL="2057866" algn="l" defTabSz="685955" rtl="0" eaLnBrk="1" latinLnBrk="0" hangingPunct="1">
        <a:defRPr sz="1350" kern="1200">
          <a:solidFill>
            <a:schemeClr val="tx1"/>
          </a:solidFill>
          <a:latin typeface="+mn-lt"/>
          <a:ea typeface="+mn-ea"/>
          <a:cs typeface="+mn-cs"/>
        </a:defRPr>
      </a:lvl7pPr>
      <a:lvl8pPr marL="2400844" algn="l" defTabSz="685955" rtl="0" eaLnBrk="1" latinLnBrk="0" hangingPunct="1">
        <a:defRPr sz="1350" kern="1200">
          <a:solidFill>
            <a:schemeClr val="tx1"/>
          </a:solidFill>
          <a:latin typeface="+mn-lt"/>
          <a:ea typeface="+mn-ea"/>
          <a:cs typeface="+mn-cs"/>
        </a:defRPr>
      </a:lvl8pPr>
      <a:lvl9pPr marL="2743822" algn="l" defTabSz="685955"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3" y="228604"/>
            <a:ext cx="11149013" cy="747897"/>
          </a:xfrm>
          <a:prstGeom prst="rect">
            <a:avLst/>
          </a:prstGeom>
        </p:spPr>
        <p:txBody>
          <a:bodyPr vert="horz" wrap="square" lIns="0" tIns="0" rIns="0" bIns="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520701" y="1447804"/>
            <a:ext cx="11152188" cy="205594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6007487"/>
      </p:ext>
    </p:extLst>
  </p:cSld>
  <p:clrMap bg1="lt1" tx1="dk1" bg2="lt2" tx2="dk2" accent1="accent1" accent2="accent2" accent3="accent3" accent4="accent4" accent5="accent5" accent6="accent6" hlink="hlink" folHlink="folHlink"/>
  <p:sldLayoutIdLst>
    <p:sldLayoutId id="2147484313" r:id="rId1"/>
    <p:sldLayoutId id="2147484314" r:id="rId2"/>
    <p:sldLayoutId id="2147484315" r:id="rId3"/>
    <p:sldLayoutId id="2147484316" r:id="rId4"/>
    <p:sldLayoutId id="2147484317" r:id="rId5"/>
    <p:sldLayoutId id="2147484318" r:id="rId6"/>
    <p:sldLayoutId id="2147484319" r:id="rId7"/>
    <p:sldLayoutId id="2147484320" r:id="rId8"/>
    <p:sldLayoutId id="2147484321" r:id="rId9"/>
    <p:sldLayoutId id="2147484322" r:id="rId10"/>
    <p:sldLayoutId id="2147484323" r:id="rId11"/>
    <p:sldLayoutId id="2147484324" r:id="rId12"/>
    <p:sldLayoutId id="2147484325" r:id="rId13"/>
    <p:sldLayoutId id="2147484326" r:id="rId14"/>
    <p:sldLayoutId id="2147484327" r:id="rId15"/>
    <p:sldLayoutId id="2147484328" r:id="rId16"/>
    <p:sldLayoutId id="2147484330" r:id="rId17"/>
    <p:sldLayoutId id="2147484331" r:id="rId18"/>
    <p:sldLayoutId id="2147484332" r:id="rId19"/>
    <p:sldLayoutId id="2147484333" r:id="rId20"/>
    <p:sldLayoutId id="2147484334" r:id="rId21"/>
    <p:sldLayoutId id="2147484335" r:id="rId22"/>
    <p:sldLayoutId id="2147484336" r:id="rId23"/>
    <p:sldLayoutId id="2147484337" r:id="rId24"/>
    <p:sldLayoutId id="2147484338" r:id="rId25"/>
    <p:sldLayoutId id="2147484339" r:id="rId26"/>
    <p:sldLayoutId id="2147484340" r:id="rId27"/>
    <p:sldLayoutId id="2147484341" r:id="rId28"/>
    <p:sldLayoutId id="2147484342" r:id="rId29"/>
  </p:sldLayoutIdLst>
  <p:transition>
    <p:fade/>
  </p:transition>
  <p:txStyles>
    <p:titleStyle>
      <a:lvl1pPr algn="l" defTabSz="912078" rtl="0" eaLnBrk="1" latinLnBrk="0" hangingPunct="1">
        <a:lnSpc>
          <a:spcPct val="90000"/>
        </a:lnSpc>
        <a:spcBef>
          <a:spcPct val="0"/>
        </a:spcBef>
        <a:buNone/>
        <a:defRPr lang="en-US" sz="5386"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8876" marR="0" indent="-338876" algn="l" defTabSz="912078" rtl="0" eaLnBrk="1" fontAlgn="auto" latinLnBrk="0" hangingPunct="1">
        <a:lnSpc>
          <a:spcPct val="90000"/>
        </a:lnSpc>
        <a:spcBef>
          <a:spcPct val="20000"/>
        </a:spcBef>
        <a:spcAft>
          <a:spcPts val="0"/>
        </a:spcAft>
        <a:buClrTx/>
        <a:buSzPct val="80000"/>
        <a:buFont typeface="Arial" pitchFamily="34" charset="0"/>
        <a:buChar char="•"/>
        <a:tabLst/>
        <a:defRPr sz="3591" kern="1200" spc="-70" baseline="0">
          <a:gradFill>
            <a:gsLst>
              <a:gs pos="1250">
                <a:schemeClr val="bg2"/>
              </a:gs>
              <a:gs pos="100000">
                <a:schemeClr val="bg2"/>
              </a:gs>
            </a:gsLst>
            <a:lin ang="5400000" scaled="0"/>
          </a:gradFill>
          <a:latin typeface="+mj-lt"/>
          <a:ea typeface="+mn-ea"/>
          <a:cs typeface="+mn-cs"/>
        </a:defRPr>
      </a:lvl1pPr>
      <a:lvl2pPr marL="571656" marR="0" indent="-232780" algn="l" defTabSz="912078" rtl="0" eaLnBrk="1" fontAlgn="auto" latinLnBrk="0" hangingPunct="1">
        <a:lnSpc>
          <a:spcPct val="90000"/>
        </a:lnSpc>
        <a:spcBef>
          <a:spcPct val="20000"/>
        </a:spcBef>
        <a:spcAft>
          <a:spcPts val="0"/>
        </a:spcAft>
        <a:buClrTx/>
        <a:buSzPct val="90000"/>
        <a:buFont typeface="Wingdings" pitchFamily="2" charset="2"/>
        <a:buChar char=""/>
        <a:tabLst/>
        <a:defRPr sz="2394" kern="1200" spc="0" baseline="0">
          <a:gradFill>
            <a:gsLst>
              <a:gs pos="1250">
                <a:schemeClr val="bg2"/>
              </a:gs>
              <a:gs pos="100000">
                <a:schemeClr val="bg2"/>
              </a:gs>
            </a:gsLst>
            <a:lin ang="5400000" scaled="0"/>
          </a:gradFill>
          <a:latin typeface="+mn-lt"/>
          <a:ea typeface="+mn-ea"/>
          <a:cs typeface="+mn-cs"/>
        </a:defRPr>
      </a:lvl2pPr>
      <a:lvl3pPr marL="796517" marR="0" indent="-224861" algn="l" defTabSz="912078" rtl="0" eaLnBrk="1" fontAlgn="auto" latinLnBrk="0" hangingPunct="1">
        <a:lnSpc>
          <a:spcPct val="90000"/>
        </a:lnSpc>
        <a:spcBef>
          <a:spcPct val="20000"/>
        </a:spcBef>
        <a:spcAft>
          <a:spcPts val="0"/>
        </a:spcAft>
        <a:buClrTx/>
        <a:buSzPct val="90000"/>
        <a:buFont typeface="Wingdings" pitchFamily="2" charset="2"/>
        <a:buChar char=""/>
        <a:tabLst>
          <a:tab pos="796517" algn="l"/>
        </a:tabLst>
        <a:defRPr sz="2394" kern="1200" spc="0" baseline="0">
          <a:gradFill>
            <a:gsLst>
              <a:gs pos="1250">
                <a:schemeClr val="bg2"/>
              </a:gs>
              <a:gs pos="100000">
                <a:schemeClr val="bg2"/>
              </a:gs>
            </a:gsLst>
            <a:lin ang="5400000" scaled="0"/>
          </a:gradFill>
          <a:latin typeface="+mn-lt"/>
          <a:ea typeface="+mn-ea"/>
          <a:cs typeface="+mn-cs"/>
        </a:defRPr>
      </a:lvl3pPr>
      <a:lvl4pPr marL="1027713" marR="0" indent="-231195" algn="l" defTabSz="912078" rtl="0" eaLnBrk="1" fontAlgn="auto" latinLnBrk="0" hangingPunct="1">
        <a:lnSpc>
          <a:spcPct val="90000"/>
        </a:lnSpc>
        <a:spcBef>
          <a:spcPct val="20000"/>
        </a:spcBef>
        <a:spcAft>
          <a:spcPts val="0"/>
        </a:spcAft>
        <a:buClrTx/>
        <a:buSzPct val="90000"/>
        <a:buFont typeface="Wingdings" pitchFamily="2" charset="2"/>
        <a:buChar char=""/>
        <a:tabLst/>
        <a:defRPr sz="1995" kern="1200" spc="0" baseline="0">
          <a:gradFill>
            <a:gsLst>
              <a:gs pos="1250">
                <a:schemeClr val="bg2"/>
              </a:gs>
              <a:gs pos="100000">
                <a:schemeClr val="bg2"/>
              </a:gs>
            </a:gsLst>
            <a:lin ang="5400000" scaled="0"/>
          </a:gradFill>
          <a:latin typeface="+mn-lt"/>
          <a:ea typeface="+mn-ea"/>
          <a:cs typeface="+mn-cs"/>
        </a:defRPr>
      </a:lvl4pPr>
      <a:lvl5pPr marL="1252574" marR="0" indent="-224861" algn="l" defTabSz="912078" rtl="0" eaLnBrk="1" fontAlgn="auto" latinLnBrk="0" hangingPunct="1">
        <a:lnSpc>
          <a:spcPct val="90000"/>
        </a:lnSpc>
        <a:spcBef>
          <a:spcPct val="20000"/>
        </a:spcBef>
        <a:spcAft>
          <a:spcPts val="0"/>
        </a:spcAft>
        <a:buClrTx/>
        <a:buSzPct val="90000"/>
        <a:buFont typeface="Wingdings" pitchFamily="2" charset="2"/>
        <a:buChar char=""/>
        <a:tabLst>
          <a:tab pos="1252574" algn="l"/>
        </a:tabLst>
        <a:defRPr sz="1995" kern="1200" spc="0" baseline="0">
          <a:gradFill>
            <a:gsLst>
              <a:gs pos="1250">
                <a:schemeClr val="bg2"/>
              </a:gs>
              <a:gs pos="100000">
                <a:schemeClr val="bg2"/>
              </a:gs>
            </a:gsLst>
            <a:lin ang="5400000" scaled="0"/>
          </a:gradFill>
          <a:latin typeface="+mn-lt"/>
          <a:ea typeface="+mn-ea"/>
          <a:cs typeface="+mn-cs"/>
        </a:defRPr>
      </a:lvl5pPr>
      <a:lvl6pPr marL="2508215"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6pPr>
      <a:lvl7pPr marL="2964253"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7pPr>
      <a:lvl8pPr marL="3420293"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8pPr>
      <a:lvl9pPr marL="3876332"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9pPr>
    </p:bodyStyle>
    <p:otherStyle>
      <a:defPPr>
        <a:defRPr lang="en-US"/>
      </a:defPPr>
      <a:lvl1pPr marL="0" algn="l" defTabSz="912078" rtl="0" eaLnBrk="1" latinLnBrk="0" hangingPunct="1">
        <a:defRPr sz="1795" kern="1200">
          <a:solidFill>
            <a:schemeClr val="tx1"/>
          </a:solidFill>
          <a:latin typeface="+mn-lt"/>
          <a:ea typeface="+mn-ea"/>
          <a:cs typeface="+mn-cs"/>
        </a:defRPr>
      </a:lvl1pPr>
      <a:lvl2pPr marL="456040" algn="l" defTabSz="912078" rtl="0" eaLnBrk="1" latinLnBrk="0" hangingPunct="1">
        <a:defRPr sz="1795" kern="1200">
          <a:solidFill>
            <a:schemeClr val="tx1"/>
          </a:solidFill>
          <a:latin typeface="+mn-lt"/>
          <a:ea typeface="+mn-ea"/>
          <a:cs typeface="+mn-cs"/>
        </a:defRPr>
      </a:lvl2pPr>
      <a:lvl3pPr marL="912078" algn="l" defTabSz="912078" rtl="0" eaLnBrk="1" latinLnBrk="0" hangingPunct="1">
        <a:defRPr sz="1795" kern="1200">
          <a:solidFill>
            <a:schemeClr val="tx1"/>
          </a:solidFill>
          <a:latin typeface="+mn-lt"/>
          <a:ea typeface="+mn-ea"/>
          <a:cs typeface="+mn-cs"/>
        </a:defRPr>
      </a:lvl3pPr>
      <a:lvl4pPr marL="1368118" algn="l" defTabSz="912078" rtl="0" eaLnBrk="1" latinLnBrk="0" hangingPunct="1">
        <a:defRPr sz="1795" kern="1200">
          <a:solidFill>
            <a:schemeClr val="tx1"/>
          </a:solidFill>
          <a:latin typeface="+mn-lt"/>
          <a:ea typeface="+mn-ea"/>
          <a:cs typeface="+mn-cs"/>
        </a:defRPr>
      </a:lvl4pPr>
      <a:lvl5pPr marL="1824156" algn="l" defTabSz="912078" rtl="0" eaLnBrk="1" latinLnBrk="0" hangingPunct="1">
        <a:defRPr sz="1795" kern="1200">
          <a:solidFill>
            <a:schemeClr val="tx1"/>
          </a:solidFill>
          <a:latin typeface="+mn-lt"/>
          <a:ea typeface="+mn-ea"/>
          <a:cs typeface="+mn-cs"/>
        </a:defRPr>
      </a:lvl5pPr>
      <a:lvl6pPr marL="2280196" algn="l" defTabSz="912078" rtl="0" eaLnBrk="1" latinLnBrk="0" hangingPunct="1">
        <a:defRPr sz="1795" kern="1200">
          <a:solidFill>
            <a:schemeClr val="tx1"/>
          </a:solidFill>
          <a:latin typeface="+mn-lt"/>
          <a:ea typeface="+mn-ea"/>
          <a:cs typeface="+mn-cs"/>
        </a:defRPr>
      </a:lvl6pPr>
      <a:lvl7pPr marL="2736234" algn="l" defTabSz="912078" rtl="0" eaLnBrk="1" latinLnBrk="0" hangingPunct="1">
        <a:defRPr sz="1795" kern="1200">
          <a:solidFill>
            <a:schemeClr val="tx1"/>
          </a:solidFill>
          <a:latin typeface="+mn-lt"/>
          <a:ea typeface="+mn-ea"/>
          <a:cs typeface="+mn-cs"/>
        </a:defRPr>
      </a:lvl7pPr>
      <a:lvl8pPr marL="3192274" algn="l" defTabSz="912078" rtl="0" eaLnBrk="1" latinLnBrk="0" hangingPunct="1">
        <a:defRPr sz="1795" kern="1200">
          <a:solidFill>
            <a:schemeClr val="tx1"/>
          </a:solidFill>
          <a:latin typeface="+mn-lt"/>
          <a:ea typeface="+mn-ea"/>
          <a:cs typeface="+mn-cs"/>
        </a:defRPr>
      </a:lvl8pPr>
      <a:lvl9pPr marL="3648313" algn="l" defTabSz="912078" rtl="0" eaLnBrk="1" latinLnBrk="0" hangingPunct="1">
        <a:defRPr sz="179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113" y="228604"/>
            <a:ext cx="11149013" cy="747897"/>
          </a:xfrm>
          <a:prstGeom prst="rect">
            <a:avLst/>
          </a:prstGeom>
        </p:spPr>
        <p:txBody>
          <a:bodyPr vert="horz" wrap="square" lIns="0" tIns="0" rIns="0" bIns="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520701" y="1447804"/>
            <a:ext cx="11152188" cy="205594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1235091"/>
      </p:ext>
    </p:extLst>
  </p:cSld>
  <p:clrMap bg1="lt1" tx1="dk1" bg2="lt2" tx2="dk2" accent1="accent1" accent2="accent2" accent3="accent3" accent4="accent4" accent5="accent5" accent6="accent6" hlink="hlink" folHlink="folHlink"/>
  <p:sldLayoutIdLst>
    <p:sldLayoutId id="2147484345" r:id="rId1"/>
    <p:sldLayoutId id="2147484346" r:id="rId2"/>
    <p:sldLayoutId id="2147484347" r:id="rId3"/>
    <p:sldLayoutId id="2147484348" r:id="rId4"/>
    <p:sldLayoutId id="2147484349" r:id="rId5"/>
    <p:sldLayoutId id="2147484350" r:id="rId6"/>
    <p:sldLayoutId id="2147484351" r:id="rId7"/>
    <p:sldLayoutId id="2147484352" r:id="rId8"/>
    <p:sldLayoutId id="2147484353" r:id="rId9"/>
    <p:sldLayoutId id="2147484354" r:id="rId10"/>
    <p:sldLayoutId id="2147484355" r:id="rId11"/>
    <p:sldLayoutId id="2147484356" r:id="rId12"/>
    <p:sldLayoutId id="2147484357" r:id="rId13"/>
    <p:sldLayoutId id="2147484358" r:id="rId14"/>
    <p:sldLayoutId id="2147484359" r:id="rId15"/>
    <p:sldLayoutId id="2147484360" r:id="rId16"/>
    <p:sldLayoutId id="2147484362" r:id="rId17"/>
    <p:sldLayoutId id="2147484363" r:id="rId18"/>
    <p:sldLayoutId id="2147484364" r:id="rId19"/>
    <p:sldLayoutId id="2147484365" r:id="rId20"/>
    <p:sldLayoutId id="2147484366" r:id="rId21"/>
    <p:sldLayoutId id="2147484367" r:id="rId22"/>
    <p:sldLayoutId id="2147484368" r:id="rId23"/>
    <p:sldLayoutId id="2147484369" r:id="rId24"/>
    <p:sldLayoutId id="2147484370" r:id="rId25"/>
    <p:sldLayoutId id="2147484371" r:id="rId26"/>
    <p:sldLayoutId id="2147484372" r:id="rId27"/>
    <p:sldLayoutId id="2147484373" r:id="rId28"/>
    <p:sldLayoutId id="2147484374" r:id="rId29"/>
    <p:sldLayoutId id="2147484385" r:id="rId30"/>
  </p:sldLayoutIdLst>
  <p:transition>
    <p:fade/>
  </p:transition>
  <p:txStyles>
    <p:titleStyle>
      <a:lvl1pPr algn="l" defTabSz="912078" rtl="0" eaLnBrk="1" latinLnBrk="0" hangingPunct="1">
        <a:lnSpc>
          <a:spcPct val="90000"/>
        </a:lnSpc>
        <a:spcBef>
          <a:spcPct val="0"/>
        </a:spcBef>
        <a:buNone/>
        <a:defRPr lang="en-US" sz="5386"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8876" marR="0" indent="-338876" algn="l" defTabSz="912078" rtl="0" eaLnBrk="1" fontAlgn="auto" latinLnBrk="0" hangingPunct="1">
        <a:lnSpc>
          <a:spcPct val="90000"/>
        </a:lnSpc>
        <a:spcBef>
          <a:spcPct val="20000"/>
        </a:spcBef>
        <a:spcAft>
          <a:spcPts val="0"/>
        </a:spcAft>
        <a:buClrTx/>
        <a:buSzPct val="80000"/>
        <a:buFont typeface="Arial" pitchFamily="34" charset="0"/>
        <a:buChar char="•"/>
        <a:tabLst/>
        <a:defRPr sz="3591" kern="1200" spc="-70" baseline="0">
          <a:gradFill>
            <a:gsLst>
              <a:gs pos="1250">
                <a:schemeClr val="bg2"/>
              </a:gs>
              <a:gs pos="100000">
                <a:schemeClr val="bg2"/>
              </a:gs>
            </a:gsLst>
            <a:lin ang="5400000" scaled="0"/>
          </a:gradFill>
          <a:latin typeface="+mj-lt"/>
          <a:ea typeface="+mn-ea"/>
          <a:cs typeface="+mn-cs"/>
        </a:defRPr>
      </a:lvl1pPr>
      <a:lvl2pPr marL="571656" marR="0" indent="-232780" algn="l" defTabSz="912078" rtl="0" eaLnBrk="1" fontAlgn="auto" latinLnBrk="0" hangingPunct="1">
        <a:lnSpc>
          <a:spcPct val="90000"/>
        </a:lnSpc>
        <a:spcBef>
          <a:spcPct val="20000"/>
        </a:spcBef>
        <a:spcAft>
          <a:spcPts val="0"/>
        </a:spcAft>
        <a:buClrTx/>
        <a:buSzPct val="90000"/>
        <a:buFont typeface="Wingdings" pitchFamily="2" charset="2"/>
        <a:buChar char=""/>
        <a:tabLst/>
        <a:defRPr sz="2394" kern="1200" spc="0" baseline="0">
          <a:gradFill>
            <a:gsLst>
              <a:gs pos="1250">
                <a:schemeClr val="bg2"/>
              </a:gs>
              <a:gs pos="100000">
                <a:schemeClr val="bg2"/>
              </a:gs>
            </a:gsLst>
            <a:lin ang="5400000" scaled="0"/>
          </a:gradFill>
          <a:latin typeface="+mn-lt"/>
          <a:ea typeface="+mn-ea"/>
          <a:cs typeface="+mn-cs"/>
        </a:defRPr>
      </a:lvl2pPr>
      <a:lvl3pPr marL="796517" marR="0" indent="-224861" algn="l" defTabSz="912078" rtl="0" eaLnBrk="1" fontAlgn="auto" latinLnBrk="0" hangingPunct="1">
        <a:lnSpc>
          <a:spcPct val="90000"/>
        </a:lnSpc>
        <a:spcBef>
          <a:spcPct val="20000"/>
        </a:spcBef>
        <a:spcAft>
          <a:spcPts val="0"/>
        </a:spcAft>
        <a:buClrTx/>
        <a:buSzPct val="90000"/>
        <a:buFont typeface="Wingdings" pitchFamily="2" charset="2"/>
        <a:buChar char=""/>
        <a:tabLst>
          <a:tab pos="796517" algn="l"/>
        </a:tabLst>
        <a:defRPr sz="2394" kern="1200" spc="0" baseline="0">
          <a:gradFill>
            <a:gsLst>
              <a:gs pos="1250">
                <a:schemeClr val="bg2"/>
              </a:gs>
              <a:gs pos="100000">
                <a:schemeClr val="bg2"/>
              </a:gs>
            </a:gsLst>
            <a:lin ang="5400000" scaled="0"/>
          </a:gradFill>
          <a:latin typeface="+mn-lt"/>
          <a:ea typeface="+mn-ea"/>
          <a:cs typeface="+mn-cs"/>
        </a:defRPr>
      </a:lvl3pPr>
      <a:lvl4pPr marL="1027713" marR="0" indent="-231195" algn="l" defTabSz="912078" rtl="0" eaLnBrk="1" fontAlgn="auto" latinLnBrk="0" hangingPunct="1">
        <a:lnSpc>
          <a:spcPct val="90000"/>
        </a:lnSpc>
        <a:spcBef>
          <a:spcPct val="20000"/>
        </a:spcBef>
        <a:spcAft>
          <a:spcPts val="0"/>
        </a:spcAft>
        <a:buClrTx/>
        <a:buSzPct val="90000"/>
        <a:buFont typeface="Wingdings" pitchFamily="2" charset="2"/>
        <a:buChar char=""/>
        <a:tabLst/>
        <a:defRPr sz="1995" kern="1200" spc="0" baseline="0">
          <a:gradFill>
            <a:gsLst>
              <a:gs pos="1250">
                <a:schemeClr val="bg2"/>
              </a:gs>
              <a:gs pos="100000">
                <a:schemeClr val="bg2"/>
              </a:gs>
            </a:gsLst>
            <a:lin ang="5400000" scaled="0"/>
          </a:gradFill>
          <a:latin typeface="+mn-lt"/>
          <a:ea typeface="+mn-ea"/>
          <a:cs typeface="+mn-cs"/>
        </a:defRPr>
      </a:lvl4pPr>
      <a:lvl5pPr marL="1252574" marR="0" indent="-224861" algn="l" defTabSz="912078" rtl="0" eaLnBrk="1" fontAlgn="auto" latinLnBrk="0" hangingPunct="1">
        <a:lnSpc>
          <a:spcPct val="90000"/>
        </a:lnSpc>
        <a:spcBef>
          <a:spcPct val="20000"/>
        </a:spcBef>
        <a:spcAft>
          <a:spcPts val="0"/>
        </a:spcAft>
        <a:buClrTx/>
        <a:buSzPct val="90000"/>
        <a:buFont typeface="Wingdings" pitchFamily="2" charset="2"/>
        <a:buChar char=""/>
        <a:tabLst>
          <a:tab pos="1252574" algn="l"/>
        </a:tabLst>
        <a:defRPr sz="1995" kern="1200" spc="0" baseline="0">
          <a:gradFill>
            <a:gsLst>
              <a:gs pos="1250">
                <a:schemeClr val="bg2"/>
              </a:gs>
              <a:gs pos="100000">
                <a:schemeClr val="bg2"/>
              </a:gs>
            </a:gsLst>
            <a:lin ang="5400000" scaled="0"/>
          </a:gradFill>
          <a:latin typeface="+mn-lt"/>
          <a:ea typeface="+mn-ea"/>
          <a:cs typeface="+mn-cs"/>
        </a:defRPr>
      </a:lvl5pPr>
      <a:lvl6pPr marL="2508215"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6pPr>
      <a:lvl7pPr marL="2964253"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7pPr>
      <a:lvl8pPr marL="3420293"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8pPr>
      <a:lvl9pPr marL="3876332" indent="-228019" algn="l" defTabSz="912078" rtl="0" eaLnBrk="1" latinLnBrk="0" hangingPunct="1">
        <a:spcBef>
          <a:spcPct val="20000"/>
        </a:spcBef>
        <a:buFont typeface="Arial" pitchFamily="34" charset="0"/>
        <a:buChar char="•"/>
        <a:defRPr sz="1995" kern="1200">
          <a:solidFill>
            <a:schemeClr val="tx1"/>
          </a:solidFill>
          <a:latin typeface="+mn-lt"/>
          <a:ea typeface="+mn-ea"/>
          <a:cs typeface="+mn-cs"/>
        </a:defRPr>
      </a:lvl9pPr>
    </p:bodyStyle>
    <p:otherStyle>
      <a:defPPr>
        <a:defRPr lang="en-US"/>
      </a:defPPr>
      <a:lvl1pPr marL="0" algn="l" defTabSz="912078" rtl="0" eaLnBrk="1" latinLnBrk="0" hangingPunct="1">
        <a:defRPr sz="1795" kern="1200">
          <a:solidFill>
            <a:schemeClr val="tx1"/>
          </a:solidFill>
          <a:latin typeface="+mn-lt"/>
          <a:ea typeface="+mn-ea"/>
          <a:cs typeface="+mn-cs"/>
        </a:defRPr>
      </a:lvl1pPr>
      <a:lvl2pPr marL="456040" algn="l" defTabSz="912078" rtl="0" eaLnBrk="1" latinLnBrk="0" hangingPunct="1">
        <a:defRPr sz="1795" kern="1200">
          <a:solidFill>
            <a:schemeClr val="tx1"/>
          </a:solidFill>
          <a:latin typeface="+mn-lt"/>
          <a:ea typeface="+mn-ea"/>
          <a:cs typeface="+mn-cs"/>
        </a:defRPr>
      </a:lvl2pPr>
      <a:lvl3pPr marL="912078" algn="l" defTabSz="912078" rtl="0" eaLnBrk="1" latinLnBrk="0" hangingPunct="1">
        <a:defRPr sz="1795" kern="1200">
          <a:solidFill>
            <a:schemeClr val="tx1"/>
          </a:solidFill>
          <a:latin typeface="+mn-lt"/>
          <a:ea typeface="+mn-ea"/>
          <a:cs typeface="+mn-cs"/>
        </a:defRPr>
      </a:lvl3pPr>
      <a:lvl4pPr marL="1368118" algn="l" defTabSz="912078" rtl="0" eaLnBrk="1" latinLnBrk="0" hangingPunct="1">
        <a:defRPr sz="1795" kern="1200">
          <a:solidFill>
            <a:schemeClr val="tx1"/>
          </a:solidFill>
          <a:latin typeface="+mn-lt"/>
          <a:ea typeface="+mn-ea"/>
          <a:cs typeface="+mn-cs"/>
        </a:defRPr>
      </a:lvl4pPr>
      <a:lvl5pPr marL="1824156" algn="l" defTabSz="912078" rtl="0" eaLnBrk="1" latinLnBrk="0" hangingPunct="1">
        <a:defRPr sz="1795" kern="1200">
          <a:solidFill>
            <a:schemeClr val="tx1"/>
          </a:solidFill>
          <a:latin typeface="+mn-lt"/>
          <a:ea typeface="+mn-ea"/>
          <a:cs typeface="+mn-cs"/>
        </a:defRPr>
      </a:lvl5pPr>
      <a:lvl6pPr marL="2280196" algn="l" defTabSz="912078" rtl="0" eaLnBrk="1" latinLnBrk="0" hangingPunct="1">
        <a:defRPr sz="1795" kern="1200">
          <a:solidFill>
            <a:schemeClr val="tx1"/>
          </a:solidFill>
          <a:latin typeface="+mn-lt"/>
          <a:ea typeface="+mn-ea"/>
          <a:cs typeface="+mn-cs"/>
        </a:defRPr>
      </a:lvl6pPr>
      <a:lvl7pPr marL="2736234" algn="l" defTabSz="912078" rtl="0" eaLnBrk="1" latinLnBrk="0" hangingPunct="1">
        <a:defRPr sz="1795" kern="1200">
          <a:solidFill>
            <a:schemeClr val="tx1"/>
          </a:solidFill>
          <a:latin typeface="+mn-lt"/>
          <a:ea typeface="+mn-ea"/>
          <a:cs typeface="+mn-cs"/>
        </a:defRPr>
      </a:lvl7pPr>
      <a:lvl8pPr marL="3192274" algn="l" defTabSz="912078" rtl="0" eaLnBrk="1" latinLnBrk="0" hangingPunct="1">
        <a:defRPr sz="1795" kern="1200">
          <a:solidFill>
            <a:schemeClr val="tx1"/>
          </a:solidFill>
          <a:latin typeface="+mn-lt"/>
          <a:ea typeface="+mn-ea"/>
          <a:cs typeface="+mn-cs"/>
        </a:defRPr>
      </a:lvl8pPr>
      <a:lvl9pPr marL="3648313" algn="l" defTabSz="912078"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1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91.xml"/><Relationship Id="rId5" Type="http://schemas.openxmlformats.org/officeDocument/2006/relationships/image" Target="../media/image13.emf"/><Relationship Id="rId4" Type="http://schemas.openxmlformats.org/officeDocument/2006/relationships/image" Target="../media/image12.emf"/></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download.microsoft.com/download/2/1/1/2113D2B3-7896-42DC-96AC-29B5C77A7C5F/ONENOTE%202016%20WIN%20QUICK%20START%20GUIDE.PDF" TargetMode="External"/><Relationship Id="rId3" Type="http://schemas.openxmlformats.org/officeDocument/2006/relationships/image" Target="../media/image19.emf"/><Relationship Id="rId7" Type="http://schemas.openxmlformats.org/officeDocument/2006/relationships/hyperlink" Target="http://download.microsoft.com/download/4/D/C/4DC46714-1E6B-4535-8974-BCA26FC60688/OUTLOOK%202016%20WIN%20QUICK%20START%20GUIDE.pdf" TargetMode="External"/><Relationship Id="rId2" Type="http://schemas.openxmlformats.org/officeDocument/2006/relationships/notesSlide" Target="../notesSlides/notesSlide6.xml"/><Relationship Id="rId1" Type="http://schemas.openxmlformats.org/officeDocument/2006/relationships/slideLayout" Target="../slideLayouts/slideLayout91.xml"/><Relationship Id="rId6" Type="http://schemas.openxmlformats.org/officeDocument/2006/relationships/hyperlink" Target="http://download.microsoft.com/download/4/1/0/410B353D-FFBD-4C7B-BE73-F6BC3A7EC6CC/POWERPOINT%202016%20WIN%20QUICK%20START%20GUIDE.PDF" TargetMode="External"/><Relationship Id="rId5" Type="http://schemas.openxmlformats.org/officeDocument/2006/relationships/hyperlink" Target="http://download.microsoft.com/download/F/4/6/F4620F57-35BB-4953-98A4-525F03860493/WORD%202016%20WIN%20QUICK%20START%20GUIDE.PDF" TargetMode="External"/><Relationship Id="rId4" Type="http://schemas.openxmlformats.org/officeDocument/2006/relationships/hyperlink" Target="http://download.microsoft.com/download/7/1/7/717CA5B1-5DE7-4678-9973-878916F9BBAF/EXCEL%202016%20WIN%20QUICK%20START%20GUIDE.PDF" TargetMode="External"/><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hyperlink" Target="https://support.office.com/es-es/article/Centro-de-aprendizaje-de-Office-b8f02f81-ec85-4493-a39b-4c48e6bc4bfb?ui=es-ES&amp;rs=es-HN&amp;ad=HN" TargetMode="External"/><Relationship Id="rId2" Type="http://schemas.openxmlformats.org/officeDocument/2006/relationships/notesSlide" Target="../notesSlides/notesSlide7.xml"/><Relationship Id="rId1" Type="http://schemas.openxmlformats.org/officeDocument/2006/relationships/slideLayout" Target="../slideLayouts/slideLayout91.xml"/></Relationships>
</file>

<file path=ppt/slides/_rels/slide8.xml.rels><?xml version="1.0" encoding="UTF-8" standalone="yes"?>
<Relationships xmlns="http://schemas.openxmlformats.org/package/2006/relationships"><Relationship Id="rId3" Type="http://schemas.openxmlformats.org/officeDocument/2006/relationships/hyperlink" Target="https://support.office.com/?ui=es-ES&amp;rs=es-HN&amp;ad=HN" TargetMode="External"/><Relationship Id="rId2" Type="http://schemas.openxmlformats.org/officeDocument/2006/relationships/notesSlide" Target="../notesSlides/notesSlide8.xml"/><Relationship Id="rId1" Type="http://schemas.openxmlformats.org/officeDocument/2006/relationships/slideLayout" Target="../slideLayouts/slideLayout9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3C00"/>
        </a:solidFill>
        <a:effectLst/>
      </p:bgPr>
    </p:bg>
    <p:spTree>
      <p:nvGrpSpPr>
        <p:cNvPr id="1" name=""/>
        <p:cNvGrpSpPr/>
        <p:nvPr/>
      </p:nvGrpSpPr>
      <p:grpSpPr>
        <a:xfrm>
          <a:off x="0" y="0"/>
          <a:ext cx="0" cy="0"/>
          <a:chOff x="0" y="0"/>
          <a:chExt cx="0" cy="0"/>
        </a:xfrm>
      </p:grpSpPr>
      <p:sp>
        <p:nvSpPr>
          <p:cNvPr id="8" name="Rectangle 7"/>
          <p:cNvSpPr/>
          <p:nvPr/>
        </p:nvSpPr>
        <p:spPr bwMode="auto">
          <a:xfrm>
            <a:off x="0" y="0"/>
            <a:ext cx="12188825" cy="6858000"/>
          </a:xfrm>
          <a:prstGeom prst="rect">
            <a:avLst/>
          </a:prstGeom>
          <a:solidFill>
            <a:srgbClr val="EB3C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Box 4"/>
          <p:cNvSpPr txBox="1"/>
          <p:nvPr/>
        </p:nvSpPr>
        <p:spPr>
          <a:xfrm>
            <a:off x="0" y="2999651"/>
            <a:ext cx="12188825" cy="858697"/>
          </a:xfrm>
          <a:prstGeom prst="rect">
            <a:avLst/>
          </a:prstGeom>
          <a:noFill/>
        </p:spPr>
        <p:txBody>
          <a:bodyPr wrap="square" bIns="0" rtlCol="0">
            <a:spAutoFit/>
          </a:bodyPr>
          <a:lstStyle/>
          <a:p>
            <a:pPr algn="ctr">
              <a:lnSpc>
                <a:spcPct val="80000"/>
              </a:lnSpc>
            </a:pPr>
            <a:r>
              <a:rPr lang="en-US" sz="6600" spc="-157" dirty="0">
                <a:solidFill>
                  <a:schemeClr val="bg1"/>
                </a:solidFill>
                <a:latin typeface="Segoe UI Bold"/>
                <a:cs typeface="Segoe UI Bold"/>
              </a:rPr>
              <a:t>¡</a:t>
            </a:r>
            <a:r>
              <a:rPr lang="en-US" sz="6600" spc="-157" dirty="0" err="1">
                <a:solidFill>
                  <a:schemeClr val="bg1"/>
                </a:solidFill>
                <a:latin typeface="Segoe UI Bold"/>
                <a:cs typeface="Segoe UI Bold"/>
              </a:rPr>
              <a:t>Bienvenido</a:t>
            </a:r>
            <a:r>
              <a:rPr lang="en-US" sz="6600" spc="-157" dirty="0">
                <a:solidFill>
                  <a:schemeClr val="bg1"/>
                </a:solidFill>
                <a:latin typeface="Segoe UI Bold"/>
                <a:cs typeface="Segoe UI Bold"/>
              </a:rPr>
              <a:t> a </a:t>
            </a:r>
            <a:r>
              <a:rPr lang="en-US" sz="6600" spc="-157" dirty="0" err="1">
                <a:solidFill>
                  <a:schemeClr val="bg1"/>
                </a:solidFill>
                <a:latin typeface="Segoe UI Bold"/>
                <a:cs typeface="Segoe UI Bold"/>
              </a:rPr>
              <a:t>tu</a:t>
            </a:r>
            <a:r>
              <a:rPr lang="en-US" sz="6600" spc="-157" dirty="0">
                <a:solidFill>
                  <a:schemeClr val="bg1"/>
                </a:solidFill>
                <a:latin typeface="Segoe UI Bold"/>
                <a:cs typeface="Segoe UI Bold"/>
              </a:rPr>
              <a:t> </a:t>
            </a:r>
            <a:r>
              <a:rPr lang="en-US" sz="6600" spc="-157" dirty="0" err="1">
                <a:solidFill>
                  <a:schemeClr val="bg1"/>
                </a:solidFill>
                <a:latin typeface="Segoe UI Bold"/>
                <a:cs typeface="Segoe UI Bold"/>
              </a:rPr>
              <a:t>nuevo</a:t>
            </a:r>
            <a:r>
              <a:rPr lang="en-US" sz="6600" spc="-157" dirty="0">
                <a:solidFill>
                  <a:schemeClr val="bg1"/>
                </a:solidFill>
                <a:latin typeface="Segoe UI Bold"/>
                <a:cs typeface="Segoe UI Bold"/>
              </a:rPr>
              <a:t> Office!</a:t>
            </a:r>
          </a:p>
        </p:txBody>
      </p:sp>
      <p:pic>
        <p:nvPicPr>
          <p:cNvPr id="9" name="Picture 8"/>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27133" y="5779963"/>
            <a:ext cx="2521032" cy="555318"/>
          </a:xfrm>
          <a:prstGeom prst="rect">
            <a:avLst/>
          </a:prstGeom>
          <a:noFill/>
        </p:spPr>
      </p:pic>
      <p:pic>
        <p:nvPicPr>
          <p:cNvPr id="2" name="Picture 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8617362" y="5257244"/>
            <a:ext cx="3571463" cy="1600756"/>
          </a:xfrm>
          <a:prstGeom prst="rect">
            <a:avLst/>
          </a:prstGeom>
        </p:spPr>
      </p:pic>
    </p:spTree>
    <p:extLst>
      <p:ext uri="{BB962C8B-B14F-4D97-AF65-F5344CB8AC3E}">
        <p14:creationId xmlns:p14="http://schemas.microsoft.com/office/powerpoint/2010/main" val="3977916650"/>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6388409" y="1407027"/>
            <a:ext cx="4554094" cy="4398802"/>
            <a:chOff x="7120036" y="1371680"/>
            <a:chExt cx="4554094" cy="4398802"/>
          </a:xfrm>
          <a:solidFill>
            <a:schemeClr val="accent6">
              <a:lumMod val="75000"/>
            </a:schemeClr>
          </a:solidFill>
        </p:grpSpPr>
        <p:sp>
          <p:nvSpPr>
            <p:cNvPr id="6" name="Rectangle 5"/>
            <p:cNvSpPr/>
            <p:nvPr/>
          </p:nvSpPr>
          <p:spPr bwMode="auto">
            <a:xfrm>
              <a:off x="7120036" y="1371680"/>
              <a:ext cx="4547998" cy="1048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r>
                <a:rPr lang="en-US" sz="2000" dirty="0"/>
                <a:t>¡</a:t>
              </a:r>
              <a:r>
                <a:rPr lang="en-US" sz="2000" dirty="0" err="1"/>
                <a:t>Instalá</a:t>
              </a:r>
              <a:r>
                <a:rPr lang="en-US" sz="2000" dirty="0"/>
                <a:t> </a:t>
              </a:r>
              <a:r>
                <a:rPr lang="en-US" sz="2000" dirty="0" err="1"/>
                <a:t>tu</a:t>
              </a:r>
              <a:r>
                <a:rPr lang="en-US" sz="2000" dirty="0"/>
                <a:t> Office </a:t>
              </a:r>
              <a:r>
                <a:rPr lang="en-US" sz="2000" dirty="0" err="1"/>
                <a:t>en</a:t>
              </a:r>
              <a:r>
                <a:rPr lang="en-US" sz="2000" dirty="0"/>
                <a:t> </a:t>
              </a:r>
              <a:r>
                <a:rPr lang="en-US" sz="2000" dirty="0" err="1"/>
                <a:t>todos</a:t>
              </a:r>
              <a:r>
                <a:rPr lang="en-US" sz="2000" dirty="0"/>
                <a:t> </a:t>
              </a:r>
              <a:r>
                <a:rPr lang="en-US" sz="2000" dirty="0" err="1"/>
                <a:t>tus</a:t>
              </a:r>
              <a:r>
                <a:rPr lang="en-US" sz="2000" dirty="0"/>
                <a:t> </a:t>
              </a:r>
              <a:r>
                <a:rPr lang="en-US" sz="2000" dirty="0" err="1"/>
                <a:t>dispositivos</a:t>
              </a:r>
              <a:r>
                <a:rPr lang="en-US" sz="2000" dirty="0"/>
                <a:t> </a:t>
              </a:r>
              <a:r>
                <a:rPr lang="en-US" sz="2000" dirty="0" err="1"/>
                <a:t>móviles</a:t>
              </a:r>
              <a:r>
                <a:rPr lang="en-US" sz="2000" dirty="0"/>
                <a:t>!</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5" name="Rectangle 54"/>
            <p:cNvSpPr/>
            <p:nvPr/>
          </p:nvSpPr>
          <p:spPr bwMode="auto">
            <a:xfrm>
              <a:off x="7120036" y="3592756"/>
              <a:ext cx="4547998" cy="1048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a:p>
              <a:pPr algn="ctr" defTabSz="914099"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¡Con OneNote </a:t>
              </a:r>
              <a:r>
                <a:rPr lang="en-US" sz="2000" dirty="0" err="1">
                  <a:gradFill>
                    <a:gsLst>
                      <a:gs pos="0">
                        <a:srgbClr val="FFFFFF"/>
                      </a:gs>
                      <a:gs pos="100000">
                        <a:srgbClr val="FFFFFF"/>
                      </a:gs>
                    </a:gsLst>
                    <a:lin ang="5400000" scaled="0"/>
                  </a:gradFill>
                  <a:ea typeface="Segoe UI" pitchFamily="34" charset="0"/>
                  <a:cs typeface="Segoe UI" pitchFamily="34" charset="0"/>
                </a:rPr>
                <a:t>podrás</a:t>
              </a:r>
              <a:r>
                <a:rPr lang="en-US" sz="2000" dirty="0">
                  <a:gradFill>
                    <a:gsLst>
                      <a:gs pos="0">
                        <a:srgbClr val="FFFFFF"/>
                      </a:gs>
                      <a:gs pos="100000">
                        <a:srgbClr val="FFFFFF"/>
                      </a:gs>
                    </a:gsLst>
                    <a:lin ang="5400000" scaled="0"/>
                  </a:gradFill>
                  <a:ea typeface="Segoe UI" pitchFamily="34" charset="0"/>
                  <a:cs typeface="Segoe UI" pitchFamily="34" charset="0"/>
                </a:rPr>
                <a:t> </a:t>
              </a:r>
              <a:r>
                <a:rPr lang="en-US" sz="2000" dirty="0" err="1">
                  <a:gradFill>
                    <a:gsLst>
                      <a:gs pos="0">
                        <a:srgbClr val="FFFFFF"/>
                      </a:gs>
                      <a:gs pos="100000">
                        <a:srgbClr val="FFFFFF"/>
                      </a:gs>
                    </a:gsLst>
                    <a:lin ang="5400000" scaled="0"/>
                  </a:gradFill>
                  <a:ea typeface="Segoe UI" pitchFamily="34" charset="0"/>
                  <a:cs typeface="Segoe UI" pitchFamily="34" charset="0"/>
                </a:rPr>
                <a:t>tomar</a:t>
              </a:r>
              <a:r>
                <a:rPr lang="en-US" sz="2000" dirty="0">
                  <a:gradFill>
                    <a:gsLst>
                      <a:gs pos="0">
                        <a:srgbClr val="FFFFFF"/>
                      </a:gs>
                      <a:gs pos="100000">
                        <a:srgbClr val="FFFFFF"/>
                      </a:gs>
                    </a:gsLst>
                    <a:lin ang="5400000" scaled="0"/>
                  </a:gradFill>
                  <a:ea typeface="Segoe UI" pitchFamily="34" charset="0"/>
                  <a:cs typeface="Segoe UI" pitchFamily="34" charset="0"/>
                </a:rPr>
                <a:t> </a:t>
              </a:r>
              <a:r>
                <a:rPr lang="en-US" sz="2000" dirty="0" err="1">
                  <a:gradFill>
                    <a:gsLst>
                      <a:gs pos="0">
                        <a:srgbClr val="FFFFFF"/>
                      </a:gs>
                      <a:gs pos="100000">
                        <a:srgbClr val="FFFFFF"/>
                      </a:gs>
                    </a:gsLst>
                    <a:lin ang="5400000" scaled="0"/>
                  </a:gradFill>
                  <a:ea typeface="Segoe UI" pitchFamily="34" charset="0"/>
                  <a:cs typeface="Segoe UI" pitchFamily="34" charset="0"/>
                </a:rPr>
                <a:t>apuntes</a:t>
              </a:r>
              <a:r>
                <a:rPr lang="en-US" sz="2000" dirty="0">
                  <a:gradFill>
                    <a:gsLst>
                      <a:gs pos="0">
                        <a:srgbClr val="FFFFFF"/>
                      </a:gs>
                      <a:gs pos="100000">
                        <a:srgbClr val="FFFFFF"/>
                      </a:gs>
                    </a:gsLst>
                    <a:lin ang="5400000" scaled="0"/>
                  </a:gradFill>
                  <a:ea typeface="Segoe UI" pitchFamily="34" charset="0"/>
                  <a:cs typeface="Segoe UI" pitchFamily="34" charset="0"/>
                </a:rPr>
                <a:t> </a:t>
              </a:r>
              <a:r>
                <a:rPr lang="en-US" sz="2000" dirty="0" err="1">
                  <a:gradFill>
                    <a:gsLst>
                      <a:gs pos="0">
                        <a:srgbClr val="FFFFFF"/>
                      </a:gs>
                      <a:gs pos="100000">
                        <a:srgbClr val="FFFFFF"/>
                      </a:gs>
                    </a:gsLst>
                    <a:lin ang="5400000" scaled="0"/>
                  </a:gradFill>
                  <a:ea typeface="Segoe UI" pitchFamily="34" charset="0"/>
                  <a:cs typeface="Segoe UI" pitchFamily="34" charset="0"/>
                </a:rPr>
                <a:t>en</a:t>
              </a:r>
              <a:r>
                <a:rPr lang="en-US" sz="2000" dirty="0">
                  <a:gradFill>
                    <a:gsLst>
                      <a:gs pos="0">
                        <a:srgbClr val="FFFFFF"/>
                      </a:gs>
                      <a:gs pos="100000">
                        <a:srgbClr val="FFFFFF"/>
                      </a:gs>
                    </a:gsLst>
                    <a:lin ang="5400000" scaled="0"/>
                  </a:gradFill>
                  <a:ea typeface="Segoe UI" pitchFamily="34" charset="0"/>
                  <a:cs typeface="Segoe UI" pitchFamily="34" charset="0"/>
                </a:rPr>
                <a:t> </a:t>
              </a:r>
              <a:r>
                <a:rPr lang="en-US" sz="2000" dirty="0" err="1">
                  <a:gradFill>
                    <a:gsLst>
                      <a:gs pos="0">
                        <a:srgbClr val="FFFFFF"/>
                      </a:gs>
                      <a:gs pos="100000">
                        <a:srgbClr val="FFFFFF"/>
                      </a:gs>
                    </a:gsLst>
                    <a:lin ang="5400000" scaled="0"/>
                  </a:gradFill>
                  <a:ea typeface="Segoe UI" pitchFamily="34" charset="0"/>
                  <a:cs typeface="Segoe UI" pitchFamily="34" charset="0"/>
                </a:rPr>
                <a:t>clases</a:t>
              </a:r>
              <a:r>
                <a:rPr lang="en-US" sz="2000" dirty="0">
                  <a:gradFill>
                    <a:gsLst>
                      <a:gs pos="0">
                        <a:srgbClr val="FFFFFF"/>
                      </a:gs>
                      <a:gs pos="100000">
                        <a:srgbClr val="FFFFFF"/>
                      </a:gs>
                    </a:gsLst>
                    <a:lin ang="5400000" scaled="0"/>
                  </a:gradFill>
                  <a:ea typeface="Segoe UI" pitchFamily="34" charset="0"/>
                  <a:cs typeface="Segoe UI" pitchFamily="34" charset="0"/>
                </a:rPr>
                <a:t> de </a:t>
              </a:r>
              <a:r>
                <a:rPr lang="en-US" sz="2000" dirty="0" err="1">
                  <a:gradFill>
                    <a:gsLst>
                      <a:gs pos="0">
                        <a:srgbClr val="FFFFFF"/>
                      </a:gs>
                      <a:gs pos="100000">
                        <a:srgbClr val="FFFFFF"/>
                      </a:gs>
                    </a:gsLst>
                    <a:lin ang="5400000" scaled="0"/>
                  </a:gradFill>
                  <a:ea typeface="Segoe UI" pitchFamily="34" charset="0"/>
                  <a:cs typeface="Segoe UI" pitchFamily="34" charset="0"/>
                </a:rPr>
                <a:t>manera</a:t>
              </a:r>
              <a:r>
                <a:rPr lang="en-US" sz="2000" dirty="0">
                  <a:gradFill>
                    <a:gsLst>
                      <a:gs pos="0">
                        <a:srgbClr val="FFFFFF"/>
                      </a:gs>
                      <a:gs pos="100000">
                        <a:srgbClr val="FFFFFF"/>
                      </a:gs>
                    </a:gsLst>
                    <a:lin ang="5400000" scaled="0"/>
                  </a:gradFill>
                  <a:ea typeface="Segoe UI" pitchFamily="34" charset="0"/>
                  <a:cs typeface="Segoe UI" pitchFamily="34" charset="0"/>
                </a:rPr>
                <a:t> </a:t>
              </a:r>
              <a:r>
                <a:rPr lang="en-US" sz="2000" dirty="0" err="1">
                  <a:gradFill>
                    <a:gsLst>
                      <a:gs pos="0">
                        <a:srgbClr val="FFFFFF"/>
                      </a:gs>
                      <a:gs pos="100000">
                        <a:srgbClr val="FFFFFF"/>
                      </a:gs>
                    </a:gsLst>
                    <a:lin ang="5400000" scaled="0"/>
                  </a:gradFill>
                  <a:ea typeface="Segoe UI" pitchFamily="34" charset="0"/>
                  <a:cs typeface="Segoe UI" pitchFamily="34" charset="0"/>
                </a:rPr>
                <a:t>más</a:t>
              </a:r>
              <a:r>
                <a:rPr lang="en-US" sz="2000" dirty="0">
                  <a:gradFill>
                    <a:gsLst>
                      <a:gs pos="0">
                        <a:srgbClr val="FFFFFF"/>
                      </a:gs>
                      <a:gs pos="100000">
                        <a:srgbClr val="FFFFFF"/>
                      </a:gs>
                    </a:gsLst>
                    <a:lin ang="5400000" scaled="0"/>
                  </a:gradFill>
                  <a:ea typeface="Segoe UI" pitchFamily="34" charset="0"/>
                  <a:cs typeface="Segoe UI" pitchFamily="34" charset="0"/>
                </a:rPr>
                <a:t> </a:t>
              </a:r>
              <a:r>
                <a:rPr lang="en-US" sz="2000" dirty="0" err="1">
                  <a:gradFill>
                    <a:gsLst>
                      <a:gs pos="0">
                        <a:srgbClr val="FFFFFF"/>
                      </a:gs>
                      <a:gs pos="100000">
                        <a:srgbClr val="FFFFFF"/>
                      </a:gs>
                    </a:gsLst>
                    <a:lin ang="5400000" scaled="0"/>
                  </a:gradFill>
                  <a:ea typeface="Segoe UI" pitchFamily="34" charset="0"/>
                  <a:cs typeface="Segoe UI" pitchFamily="34" charset="0"/>
                </a:rPr>
                <a:t>rápida</a:t>
              </a:r>
              <a:r>
                <a:rPr lang="en-US" sz="2000" dirty="0">
                  <a:gradFill>
                    <a:gsLst>
                      <a:gs pos="0">
                        <a:srgbClr val="FFFFFF"/>
                      </a:gs>
                      <a:gs pos="100000">
                        <a:srgbClr val="FFFFFF"/>
                      </a:gs>
                    </a:gsLst>
                    <a:lin ang="5400000" scaled="0"/>
                  </a:gradFill>
                  <a:ea typeface="Segoe UI" pitchFamily="34" charset="0"/>
                  <a:cs typeface="Segoe UI" pitchFamily="34" charset="0"/>
                </a:rPr>
                <a:t>!</a:t>
              </a:r>
            </a:p>
            <a:p>
              <a:pPr algn="ctr" defTabSz="914099"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6" name="Rectangle 55"/>
            <p:cNvSpPr/>
            <p:nvPr/>
          </p:nvSpPr>
          <p:spPr bwMode="auto">
            <a:xfrm>
              <a:off x="7120036" y="4721582"/>
              <a:ext cx="4547998" cy="1048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1TB de </a:t>
              </a:r>
              <a:r>
                <a:rPr lang="en-US" sz="2000" dirty="0" err="1">
                  <a:gradFill>
                    <a:gsLst>
                      <a:gs pos="0">
                        <a:srgbClr val="FFFFFF"/>
                      </a:gs>
                      <a:gs pos="100000">
                        <a:srgbClr val="FFFFFF"/>
                      </a:gs>
                    </a:gsLst>
                    <a:lin ang="5400000" scaled="0"/>
                  </a:gradFill>
                  <a:ea typeface="Segoe UI" pitchFamily="34" charset="0"/>
                  <a:cs typeface="Segoe UI" pitchFamily="34" charset="0"/>
                </a:rPr>
                <a:t>almacenamiento</a:t>
              </a:r>
              <a:r>
                <a:rPr lang="en-US" sz="2000" dirty="0">
                  <a:gradFill>
                    <a:gsLst>
                      <a:gs pos="0">
                        <a:srgbClr val="FFFFFF"/>
                      </a:gs>
                      <a:gs pos="100000">
                        <a:srgbClr val="FFFFFF"/>
                      </a:gs>
                    </a:gsLst>
                    <a:lin ang="5400000" scaled="0"/>
                  </a:gradFill>
                  <a:ea typeface="Segoe UI" pitchFamily="34" charset="0"/>
                  <a:cs typeface="Segoe UI" pitchFamily="34" charset="0"/>
                </a:rPr>
                <a:t> </a:t>
              </a:r>
              <a:r>
                <a:rPr lang="en-US" sz="2000" dirty="0" err="1">
                  <a:gradFill>
                    <a:gsLst>
                      <a:gs pos="0">
                        <a:srgbClr val="FFFFFF"/>
                      </a:gs>
                      <a:gs pos="100000">
                        <a:srgbClr val="FFFFFF"/>
                      </a:gs>
                    </a:gsLst>
                    <a:lin ang="5400000" scaled="0"/>
                  </a:gradFill>
                  <a:ea typeface="Segoe UI" pitchFamily="34" charset="0"/>
                  <a:cs typeface="Segoe UI" pitchFamily="34" charset="0"/>
                </a:rPr>
                <a:t>en</a:t>
              </a:r>
              <a:r>
                <a:rPr lang="en-US" sz="2000" dirty="0">
                  <a:gradFill>
                    <a:gsLst>
                      <a:gs pos="0">
                        <a:srgbClr val="FFFFFF"/>
                      </a:gs>
                      <a:gs pos="100000">
                        <a:srgbClr val="FFFFFF"/>
                      </a:gs>
                    </a:gsLst>
                    <a:lin ang="5400000" scaled="0"/>
                  </a:gradFill>
                  <a:ea typeface="Segoe UI" pitchFamily="34" charset="0"/>
                  <a:cs typeface="Segoe UI" pitchFamily="34" charset="0"/>
                </a:rPr>
                <a:t> </a:t>
              </a:r>
            </a:p>
            <a:p>
              <a:pPr algn="ctr" defTabSz="914099"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OneDrive for Business</a:t>
              </a:r>
            </a:p>
          </p:txBody>
        </p:sp>
        <p:sp>
          <p:nvSpPr>
            <p:cNvPr id="57" name="Rectangle 56"/>
            <p:cNvSpPr/>
            <p:nvPr/>
          </p:nvSpPr>
          <p:spPr bwMode="auto">
            <a:xfrm>
              <a:off x="7126132" y="2482218"/>
              <a:ext cx="4547998" cy="1048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r>
                <a:rPr lang="en-US" sz="2000" dirty="0" err="1"/>
                <a:t>Colaboración</a:t>
              </a:r>
              <a:r>
                <a:rPr lang="en-US" sz="2000" dirty="0"/>
                <a:t> </a:t>
              </a:r>
              <a:r>
                <a:rPr lang="en-US" sz="2000" dirty="0" err="1"/>
                <a:t>en</a:t>
              </a:r>
              <a:r>
                <a:rPr lang="en-US" sz="2000" dirty="0"/>
                <a:t> </a:t>
              </a:r>
              <a:r>
                <a:rPr lang="en-US" sz="2000" dirty="0" err="1"/>
                <a:t>línea</a:t>
              </a:r>
              <a:r>
                <a:rPr lang="en-US" sz="2000" dirty="0"/>
                <a:t> de </a:t>
              </a:r>
              <a:r>
                <a:rPr lang="en-US" sz="2000" dirty="0" err="1"/>
                <a:t>tus</a:t>
              </a:r>
              <a:r>
                <a:rPr lang="en-US" sz="2000" dirty="0"/>
                <a:t> </a:t>
              </a:r>
              <a:r>
                <a:rPr lang="en-US" sz="2000" dirty="0" err="1"/>
                <a:t>archivos</a:t>
              </a:r>
              <a:r>
                <a:rPr lang="en-US" sz="2000" dirty="0"/>
                <a:t> con </a:t>
              </a:r>
              <a:r>
                <a:rPr lang="en-US" sz="2000" dirty="0" err="1"/>
                <a:t>todos</a:t>
              </a:r>
              <a:r>
                <a:rPr lang="en-US" sz="2000" dirty="0"/>
                <a:t> </a:t>
              </a:r>
              <a:r>
                <a:rPr lang="en-US" sz="2000" dirty="0" err="1"/>
                <a:t>tus</a:t>
              </a:r>
              <a:r>
                <a:rPr lang="en-US" sz="2000" dirty="0"/>
                <a:t> </a:t>
              </a:r>
              <a:r>
                <a:rPr lang="en-US" sz="2000" dirty="0" err="1"/>
                <a:t>compañeros</a:t>
              </a:r>
              <a:r>
                <a:rPr lang="en-US" sz="2000" dirty="0"/>
                <a:t> de </a:t>
              </a:r>
              <a:r>
                <a:rPr lang="en-US" sz="2000" dirty="0" err="1"/>
                <a:t>clase</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52" name="Rounded Rectangle 114700"/>
          <p:cNvSpPr/>
          <p:nvPr/>
        </p:nvSpPr>
        <p:spPr>
          <a:xfrm>
            <a:off x="3020287" y="5206055"/>
            <a:ext cx="278106" cy="266602"/>
          </a:xfrm>
          <a:custGeom>
            <a:avLst/>
            <a:gdLst/>
            <a:ahLst/>
            <a:cxnLst/>
            <a:rect l="l" t="t" r="r" b="b"/>
            <a:pathLst>
              <a:path w="2838919" h="2721500">
                <a:moveTo>
                  <a:pt x="755934" y="1066300"/>
                </a:moveTo>
                <a:lnTo>
                  <a:pt x="828528" y="1066300"/>
                </a:lnTo>
                <a:cubicBezTo>
                  <a:pt x="888487" y="1066300"/>
                  <a:pt x="937094" y="1113745"/>
                  <a:pt x="937094" y="1172271"/>
                </a:cubicBezTo>
                <a:lnTo>
                  <a:pt x="937094" y="1247635"/>
                </a:lnTo>
                <a:cubicBezTo>
                  <a:pt x="937094" y="1306161"/>
                  <a:pt x="888487" y="1353606"/>
                  <a:pt x="828528" y="1353606"/>
                </a:cubicBezTo>
                <a:lnTo>
                  <a:pt x="755934" y="1353606"/>
                </a:lnTo>
                <a:lnTo>
                  <a:pt x="746066" y="1351662"/>
                </a:lnTo>
                <a:lnTo>
                  <a:pt x="746066" y="1068244"/>
                </a:lnTo>
                <a:cubicBezTo>
                  <a:pt x="749221" y="1066450"/>
                  <a:pt x="752560" y="1066300"/>
                  <a:pt x="755934" y="1066300"/>
                </a:cubicBezTo>
                <a:close/>
                <a:moveTo>
                  <a:pt x="879785" y="894374"/>
                </a:moveTo>
                <a:lnTo>
                  <a:pt x="586874" y="907109"/>
                </a:lnTo>
                <a:lnTo>
                  <a:pt x="586874" y="1830413"/>
                </a:lnTo>
                <a:lnTo>
                  <a:pt x="749249" y="1836781"/>
                </a:lnTo>
                <a:cubicBezTo>
                  <a:pt x="747127" y="1729593"/>
                  <a:pt x="748187" y="1625589"/>
                  <a:pt x="749249" y="1521584"/>
                </a:cubicBezTo>
                <a:lnTo>
                  <a:pt x="876601" y="1524769"/>
                </a:lnTo>
                <a:cubicBezTo>
                  <a:pt x="963624" y="1512033"/>
                  <a:pt x="1117509" y="1422887"/>
                  <a:pt x="1128122" y="1225491"/>
                </a:cubicBezTo>
                <a:cubicBezTo>
                  <a:pt x="1130245" y="916661"/>
                  <a:pt x="954074" y="893843"/>
                  <a:pt x="879785" y="894374"/>
                </a:cubicBezTo>
                <a:close/>
                <a:moveTo>
                  <a:pt x="1701763" y="726839"/>
                </a:moveTo>
                <a:lnTo>
                  <a:pt x="2482813" y="726839"/>
                </a:lnTo>
                <a:lnTo>
                  <a:pt x="2482813" y="2365139"/>
                </a:lnTo>
                <a:cubicBezTo>
                  <a:pt x="2482813" y="2396702"/>
                  <a:pt x="2457226" y="2422289"/>
                  <a:pt x="2425663" y="2422289"/>
                </a:cubicBezTo>
                <a:lnTo>
                  <a:pt x="1701763" y="2422289"/>
                </a:lnTo>
                <a:lnTo>
                  <a:pt x="1701763" y="2233377"/>
                </a:lnTo>
                <a:lnTo>
                  <a:pt x="2292701" y="2233377"/>
                </a:lnTo>
                <a:cubicBezTo>
                  <a:pt x="2297747" y="2233377"/>
                  <a:pt x="2301838" y="2229286"/>
                  <a:pt x="2301838" y="2224240"/>
                </a:cubicBezTo>
                <a:lnTo>
                  <a:pt x="2301838" y="2109164"/>
                </a:lnTo>
                <a:lnTo>
                  <a:pt x="2292701" y="2100027"/>
                </a:lnTo>
                <a:lnTo>
                  <a:pt x="1701763" y="2100027"/>
                </a:lnTo>
                <a:lnTo>
                  <a:pt x="1701763" y="1940483"/>
                </a:lnTo>
                <a:lnTo>
                  <a:pt x="2292701" y="1940483"/>
                </a:lnTo>
                <a:cubicBezTo>
                  <a:pt x="2297747" y="1940483"/>
                  <a:pt x="2301838" y="1936392"/>
                  <a:pt x="2301838" y="1931346"/>
                </a:cubicBezTo>
                <a:lnTo>
                  <a:pt x="2301838" y="1816270"/>
                </a:lnTo>
                <a:lnTo>
                  <a:pt x="2292701" y="1807133"/>
                </a:lnTo>
                <a:lnTo>
                  <a:pt x="1701763" y="1807133"/>
                </a:lnTo>
                <a:lnTo>
                  <a:pt x="1701763" y="1649970"/>
                </a:lnTo>
                <a:lnTo>
                  <a:pt x="2292701" y="1649970"/>
                </a:lnTo>
                <a:cubicBezTo>
                  <a:pt x="2297747" y="1649970"/>
                  <a:pt x="2301838" y="1645879"/>
                  <a:pt x="2301838" y="1640833"/>
                </a:cubicBezTo>
                <a:lnTo>
                  <a:pt x="2301838" y="1525757"/>
                </a:lnTo>
                <a:lnTo>
                  <a:pt x="2292701" y="1516620"/>
                </a:lnTo>
                <a:lnTo>
                  <a:pt x="1701763" y="1516620"/>
                </a:lnTo>
                <a:lnTo>
                  <a:pt x="1701763" y="1351405"/>
                </a:lnTo>
                <a:lnTo>
                  <a:pt x="2271764" y="1351405"/>
                </a:lnTo>
                <a:cubicBezTo>
                  <a:pt x="2288373" y="1351405"/>
                  <a:pt x="2301838" y="1337940"/>
                  <a:pt x="2301838" y="1321331"/>
                </a:cubicBezTo>
                <a:lnTo>
                  <a:pt x="2301838" y="942567"/>
                </a:lnTo>
                <a:cubicBezTo>
                  <a:pt x="2301838" y="925958"/>
                  <a:pt x="2288373" y="912493"/>
                  <a:pt x="2271764" y="912493"/>
                </a:cubicBezTo>
                <a:lnTo>
                  <a:pt x="1701763" y="912493"/>
                </a:lnTo>
                <a:close/>
                <a:moveTo>
                  <a:pt x="2148867" y="340282"/>
                </a:moveTo>
                <a:lnTo>
                  <a:pt x="2782339" y="340282"/>
                </a:lnTo>
                <a:cubicBezTo>
                  <a:pt x="2813587" y="340282"/>
                  <a:pt x="2838919" y="365614"/>
                  <a:pt x="2838919" y="396862"/>
                </a:cubicBezTo>
                <a:lnTo>
                  <a:pt x="2838919" y="1746742"/>
                </a:lnTo>
                <a:cubicBezTo>
                  <a:pt x="2838919" y="1777990"/>
                  <a:pt x="2813587" y="1803322"/>
                  <a:pt x="2782339" y="1803322"/>
                </a:cubicBezTo>
                <a:lnTo>
                  <a:pt x="2549487" y="1803322"/>
                </a:lnTo>
                <a:lnTo>
                  <a:pt x="2549487" y="676566"/>
                </a:lnTo>
                <a:lnTo>
                  <a:pt x="2092287" y="411727"/>
                </a:lnTo>
                <a:lnTo>
                  <a:pt x="2092287" y="396862"/>
                </a:lnTo>
                <a:cubicBezTo>
                  <a:pt x="2092287" y="365614"/>
                  <a:pt x="2117619" y="340282"/>
                  <a:pt x="2148867" y="340282"/>
                </a:cubicBezTo>
                <a:close/>
                <a:moveTo>
                  <a:pt x="1640484" y="0"/>
                </a:moveTo>
                <a:lnTo>
                  <a:pt x="1640484" y="2721500"/>
                </a:lnTo>
                <a:lnTo>
                  <a:pt x="0" y="2441635"/>
                </a:lnTo>
                <a:lnTo>
                  <a:pt x="0" y="282219"/>
                </a:lnTo>
                <a:close/>
              </a:path>
            </a:pathLst>
          </a:custGeom>
          <a:solidFill>
            <a:schemeClr val="bg1"/>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ndParaRPr>
          </a:p>
        </p:txBody>
      </p:sp>
      <p:sp>
        <p:nvSpPr>
          <p:cNvPr id="59" name="TextBox 58"/>
          <p:cNvSpPr txBox="1"/>
          <p:nvPr/>
        </p:nvSpPr>
        <p:spPr>
          <a:xfrm>
            <a:off x="0" y="311561"/>
            <a:ext cx="12188825" cy="720197"/>
          </a:xfrm>
          <a:prstGeom prst="rect">
            <a:avLst/>
          </a:prstGeom>
          <a:noFill/>
        </p:spPr>
        <p:txBody>
          <a:bodyPr wrap="square" rtlCol="0">
            <a:spAutoFit/>
          </a:bodyPr>
          <a:lstStyle/>
          <a:p>
            <a:pPr algn="ctr">
              <a:lnSpc>
                <a:spcPct val="85000"/>
              </a:lnSpc>
            </a:pPr>
            <a:r>
              <a:rPr lang="en-US" sz="4800" spc="-100" dirty="0">
                <a:solidFill>
                  <a:srgbClr val="0070C0"/>
                </a:solidFill>
                <a:latin typeface="+mj-lt"/>
                <a:ea typeface="Segoe UI Bold" panose="020B0802040204020203" pitchFamily="34" charset="0"/>
                <a:cs typeface="Segoe UI Bold" panose="020B0802040204020203" pitchFamily="34" charset="0"/>
              </a:rPr>
              <a:t>¿</a:t>
            </a:r>
            <a:r>
              <a:rPr lang="en-US" sz="4800" spc="-100" dirty="0" err="1">
                <a:solidFill>
                  <a:srgbClr val="0070C0"/>
                </a:solidFill>
                <a:latin typeface="+mj-lt"/>
                <a:ea typeface="Segoe UI Bold" panose="020B0802040204020203" pitchFamily="34" charset="0"/>
                <a:cs typeface="Segoe UI Bold" panose="020B0802040204020203" pitchFamily="34" charset="0"/>
              </a:rPr>
              <a:t>Sabías</a:t>
            </a:r>
            <a:r>
              <a:rPr lang="en-US" sz="4800" spc="-100" dirty="0">
                <a:solidFill>
                  <a:srgbClr val="0070C0"/>
                </a:solidFill>
                <a:latin typeface="+mj-lt"/>
                <a:ea typeface="Segoe UI Bold" panose="020B0802040204020203" pitchFamily="34" charset="0"/>
                <a:cs typeface="Segoe UI Bold" panose="020B0802040204020203" pitchFamily="34" charset="0"/>
              </a:rPr>
              <a:t> lo que </a:t>
            </a:r>
            <a:r>
              <a:rPr lang="en-US" sz="4800" spc="-100" dirty="0" err="1">
                <a:solidFill>
                  <a:srgbClr val="0070C0"/>
                </a:solidFill>
                <a:latin typeface="+mj-lt"/>
                <a:ea typeface="Segoe UI Bold" panose="020B0802040204020203" pitchFamily="34" charset="0"/>
                <a:cs typeface="Segoe UI Bold" panose="020B0802040204020203" pitchFamily="34" charset="0"/>
              </a:rPr>
              <a:t>te</a:t>
            </a:r>
            <a:r>
              <a:rPr lang="en-US" sz="4800" spc="-100" dirty="0">
                <a:solidFill>
                  <a:srgbClr val="0070C0"/>
                </a:solidFill>
                <a:latin typeface="+mj-lt"/>
                <a:ea typeface="Segoe UI Bold" panose="020B0802040204020203" pitchFamily="34" charset="0"/>
                <a:cs typeface="Segoe UI Bold" panose="020B0802040204020203" pitchFamily="34" charset="0"/>
              </a:rPr>
              <a:t> </a:t>
            </a:r>
            <a:r>
              <a:rPr lang="en-US" sz="4800" spc="-100" dirty="0" err="1">
                <a:solidFill>
                  <a:srgbClr val="0070C0"/>
                </a:solidFill>
                <a:latin typeface="+mj-lt"/>
                <a:ea typeface="Segoe UI Bold" panose="020B0802040204020203" pitchFamily="34" charset="0"/>
                <a:cs typeface="Segoe UI Bold" panose="020B0802040204020203" pitchFamily="34" charset="0"/>
              </a:rPr>
              <a:t>ofrece</a:t>
            </a:r>
            <a:r>
              <a:rPr lang="en-US" sz="4800" spc="-100" dirty="0">
                <a:solidFill>
                  <a:srgbClr val="0070C0"/>
                </a:solidFill>
                <a:latin typeface="+mj-lt"/>
                <a:ea typeface="Segoe UI Bold" panose="020B0802040204020203" pitchFamily="34" charset="0"/>
                <a:cs typeface="Segoe UI Bold" panose="020B0802040204020203" pitchFamily="34" charset="0"/>
              </a:rPr>
              <a:t> Office 365?</a:t>
            </a:r>
          </a:p>
        </p:txBody>
      </p:sp>
      <p:grpSp>
        <p:nvGrpSpPr>
          <p:cNvPr id="4" name="Group 3"/>
          <p:cNvGrpSpPr/>
          <p:nvPr/>
        </p:nvGrpSpPr>
        <p:grpSpPr>
          <a:xfrm>
            <a:off x="1185139" y="1880108"/>
            <a:ext cx="4068253" cy="4241849"/>
            <a:chOff x="1053086" y="2424193"/>
            <a:chExt cx="4068253" cy="4241849"/>
          </a:xfrm>
        </p:grpSpPr>
        <p:grpSp>
          <p:nvGrpSpPr>
            <p:cNvPr id="23" name="Group 22"/>
            <p:cNvGrpSpPr/>
            <p:nvPr/>
          </p:nvGrpSpPr>
          <p:grpSpPr>
            <a:xfrm>
              <a:off x="1053086" y="2424193"/>
              <a:ext cx="4068253" cy="4241849"/>
              <a:chOff x="5798436" y="1374853"/>
              <a:chExt cx="5385246" cy="5452984"/>
            </a:xfrm>
          </p:grpSpPr>
          <p:sp>
            <p:nvSpPr>
              <p:cNvPr id="26" name="Rectangle 25"/>
              <p:cNvSpPr/>
              <p:nvPr/>
            </p:nvSpPr>
            <p:spPr>
              <a:xfrm>
                <a:off x="10083044" y="4473972"/>
                <a:ext cx="1042732" cy="18807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27" name="Group 26"/>
              <p:cNvGrpSpPr/>
              <p:nvPr/>
            </p:nvGrpSpPr>
            <p:grpSpPr>
              <a:xfrm>
                <a:off x="5798436" y="1374853"/>
                <a:ext cx="5385246" cy="5452984"/>
                <a:chOff x="6247152" y="1262092"/>
                <a:chExt cx="4630324" cy="4688572"/>
              </a:xfrm>
            </p:grpSpPr>
            <p:sp>
              <p:nvSpPr>
                <p:cNvPr id="28" name="Freeform 27"/>
                <p:cNvSpPr/>
                <p:nvPr/>
              </p:nvSpPr>
              <p:spPr>
                <a:xfrm rot="20277289">
                  <a:off x="6798552" y="3225680"/>
                  <a:ext cx="549546" cy="529952"/>
                </a:xfrm>
                <a:custGeom>
                  <a:avLst/>
                  <a:gdLst>
                    <a:gd name="connsiteX0" fmla="*/ 147901 w 547492"/>
                    <a:gd name="connsiteY0" fmla="*/ 159 h 547027"/>
                    <a:gd name="connsiteX1" fmla="*/ 164790 w 547492"/>
                    <a:gd name="connsiteY1" fmla="*/ 17385 h 547027"/>
                    <a:gd name="connsiteX2" fmla="*/ 257543 w 547492"/>
                    <a:gd name="connsiteY2" fmla="*/ 261873 h 547027"/>
                    <a:gd name="connsiteX3" fmla="*/ 531263 w 547492"/>
                    <a:gd name="connsiteY3" fmla="*/ 383096 h 547027"/>
                    <a:gd name="connsiteX4" fmla="*/ 533050 w 547492"/>
                    <a:gd name="connsiteY4" fmla="*/ 419093 h 547027"/>
                    <a:gd name="connsiteX5" fmla="*/ 234902 w 547492"/>
                    <a:gd name="connsiteY5" fmla="*/ 291210 h 547027"/>
                    <a:gd name="connsiteX6" fmla="*/ 130118 w 547492"/>
                    <a:gd name="connsiteY6" fmla="*/ 16219 h 547027"/>
                    <a:gd name="connsiteX7" fmla="*/ 147901 w 547492"/>
                    <a:gd name="connsiteY7" fmla="*/ 159 h 547027"/>
                    <a:gd name="connsiteX8" fmla="*/ 258593 w 547492"/>
                    <a:gd name="connsiteY8" fmla="*/ 83 h 547027"/>
                    <a:gd name="connsiteX9" fmla="*/ 276870 w 547492"/>
                    <a:gd name="connsiteY9" fmla="*/ 19473 h 547027"/>
                    <a:gd name="connsiteX10" fmla="*/ 342477 w 547492"/>
                    <a:gd name="connsiteY10" fmla="*/ 185830 h 547027"/>
                    <a:gd name="connsiteX11" fmla="*/ 529533 w 547492"/>
                    <a:gd name="connsiteY11" fmla="*/ 271534 h 547027"/>
                    <a:gd name="connsiteX12" fmla="*/ 529010 w 547492"/>
                    <a:gd name="connsiteY12" fmla="*/ 308769 h 547027"/>
                    <a:gd name="connsiteX13" fmla="*/ 319908 w 547492"/>
                    <a:gd name="connsiteY13" fmla="*/ 218161 h 547027"/>
                    <a:gd name="connsiteX14" fmla="*/ 241025 w 547492"/>
                    <a:gd name="connsiteY14" fmla="*/ 18615 h 547027"/>
                    <a:gd name="connsiteX15" fmla="*/ 258593 w 547492"/>
                    <a:gd name="connsiteY15" fmla="*/ 83 h 547027"/>
                    <a:gd name="connsiteX16" fmla="*/ 18843 w 547492"/>
                    <a:gd name="connsiteY16" fmla="*/ 10 h 547027"/>
                    <a:gd name="connsiteX17" fmla="*/ 37685 w 547492"/>
                    <a:gd name="connsiteY17" fmla="*/ 16302 h 547027"/>
                    <a:gd name="connsiteX18" fmla="*/ 164891 w 547492"/>
                    <a:gd name="connsiteY18" fmla="*/ 345340 h 547027"/>
                    <a:gd name="connsiteX19" fmla="*/ 531167 w 547492"/>
                    <a:gd name="connsiteY19" fmla="*/ 510082 h 547027"/>
                    <a:gd name="connsiteX20" fmla="*/ 528039 w 547492"/>
                    <a:gd name="connsiteY20" fmla="*/ 547022 h 547027"/>
                    <a:gd name="connsiteX21" fmla="*/ 139867 w 547492"/>
                    <a:gd name="connsiteY21" fmla="*/ 375130 h 547027"/>
                    <a:gd name="connsiteX22" fmla="*/ 0 w 547492"/>
                    <a:gd name="connsiteY22" fmla="*/ 15557 h 547027"/>
                    <a:gd name="connsiteX23" fmla="*/ 18843 w 547492"/>
                    <a:gd name="connsiteY23" fmla="*/ 10 h 547027"/>
                    <a:gd name="connsiteX24" fmla="*/ 361357 w 547492"/>
                    <a:gd name="connsiteY24" fmla="*/ 3 h 547027"/>
                    <a:gd name="connsiteX25" fmla="*/ 379427 w 547492"/>
                    <a:gd name="connsiteY25" fmla="*/ 22811 h 547027"/>
                    <a:gd name="connsiteX26" fmla="*/ 416799 w 547492"/>
                    <a:gd name="connsiteY26" fmla="*/ 121134 h 547027"/>
                    <a:gd name="connsiteX27" fmla="*/ 530986 w 547492"/>
                    <a:gd name="connsiteY27" fmla="*/ 167238 h 547027"/>
                    <a:gd name="connsiteX28" fmla="*/ 528863 w 547492"/>
                    <a:gd name="connsiteY28" fmla="*/ 205554 h 547027"/>
                    <a:gd name="connsiteX29" fmla="*/ 395749 w 547492"/>
                    <a:gd name="connsiteY29" fmla="*/ 150171 h 547027"/>
                    <a:gd name="connsiteX30" fmla="*/ 342870 w 547492"/>
                    <a:gd name="connsiteY30" fmla="*/ 38961 h 547027"/>
                    <a:gd name="connsiteX31" fmla="*/ 343296 w 547492"/>
                    <a:gd name="connsiteY31" fmla="*/ 21634 h 547027"/>
                    <a:gd name="connsiteX32" fmla="*/ 361357 w 547492"/>
                    <a:gd name="connsiteY32" fmla="*/ 3 h 54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492" h="547027">
                      <a:moveTo>
                        <a:pt x="147901" y="159"/>
                      </a:moveTo>
                      <a:cubicBezTo>
                        <a:pt x="156233" y="1247"/>
                        <a:pt x="164417" y="7883"/>
                        <a:pt x="164790" y="17385"/>
                      </a:cubicBezTo>
                      <a:cubicBezTo>
                        <a:pt x="163504" y="123250"/>
                        <a:pt x="210481" y="208637"/>
                        <a:pt x="257543" y="261873"/>
                      </a:cubicBezTo>
                      <a:cubicBezTo>
                        <a:pt x="329801" y="345790"/>
                        <a:pt x="450493" y="385299"/>
                        <a:pt x="531263" y="383096"/>
                      </a:cubicBezTo>
                      <a:cubicBezTo>
                        <a:pt x="554755" y="384136"/>
                        <a:pt x="550415" y="419245"/>
                        <a:pt x="533050" y="419093"/>
                      </a:cubicBezTo>
                      <a:cubicBezTo>
                        <a:pt x="450691" y="419472"/>
                        <a:pt x="338455" y="398909"/>
                        <a:pt x="234902" y="291210"/>
                      </a:cubicBezTo>
                      <a:cubicBezTo>
                        <a:pt x="193363" y="241274"/>
                        <a:pt x="128927" y="167539"/>
                        <a:pt x="130118" y="16219"/>
                      </a:cubicBezTo>
                      <a:cubicBezTo>
                        <a:pt x="131087" y="3530"/>
                        <a:pt x="139569" y="-930"/>
                        <a:pt x="147901" y="159"/>
                      </a:cubicBezTo>
                      <a:close/>
                      <a:moveTo>
                        <a:pt x="258593" y="83"/>
                      </a:moveTo>
                      <a:cubicBezTo>
                        <a:pt x="267391" y="-753"/>
                        <a:pt x="276308" y="4730"/>
                        <a:pt x="276870" y="19473"/>
                      </a:cubicBezTo>
                      <a:cubicBezTo>
                        <a:pt x="277152" y="95057"/>
                        <a:pt x="309784" y="144239"/>
                        <a:pt x="342477" y="185830"/>
                      </a:cubicBezTo>
                      <a:cubicBezTo>
                        <a:pt x="395970" y="243463"/>
                        <a:pt x="472402" y="273156"/>
                        <a:pt x="529533" y="271534"/>
                      </a:cubicBezTo>
                      <a:cubicBezTo>
                        <a:pt x="554491" y="271108"/>
                        <a:pt x="552612" y="307689"/>
                        <a:pt x="529010" y="308769"/>
                      </a:cubicBezTo>
                      <a:cubicBezTo>
                        <a:pt x="463605" y="309049"/>
                        <a:pt x="394346" y="293904"/>
                        <a:pt x="319908" y="218161"/>
                      </a:cubicBezTo>
                      <a:cubicBezTo>
                        <a:pt x="290526" y="181384"/>
                        <a:pt x="240182" y="130058"/>
                        <a:pt x="241025" y="18615"/>
                      </a:cubicBezTo>
                      <a:cubicBezTo>
                        <a:pt x="241115" y="8077"/>
                        <a:pt x="249795" y="920"/>
                        <a:pt x="258593" y="83"/>
                      </a:cubicBezTo>
                      <a:close/>
                      <a:moveTo>
                        <a:pt x="18843" y="10"/>
                      </a:moveTo>
                      <a:cubicBezTo>
                        <a:pt x="28214" y="265"/>
                        <a:pt x="37586" y="5826"/>
                        <a:pt x="37685" y="16302"/>
                      </a:cubicBezTo>
                      <a:cubicBezTo>
                        <a:pt x="35997" y="154729"/>
                        <a:pt x="103125" y="275729"/>
                        <a:pt x="164891" y="345340"/>
                      </a:cubicBezTo>
                      <a:cubicBezTo>
                        <a:pt x="259725" y="455069"/>
                        <a:pt x="425162" y="512962"/>
                        <a:pt x="531167" y="510082"/>
                      </a:cubicBezTo>
                      <a:cubicBezTo>
                        <a:pt x="555744" y="509883"/>
                        <a:pt x="550829" y="547221"/>
                        <a:pt x="528039" y="547022"/>
                      </a:cubicBezTo>
                      <a:cubicBezTo>
                        <a:pt x="419949" y="547519"/>
                        <a:pt x="273429" y="516735"/>
                        <a:pt x="139867" y="375130"/>
                      </a:cubicBezTo>
                      <a:cubicBezTo>
                        <a:pt x="85350" y="312173"/>
                        <a:pt x="0" y="200955"/>
                        <a:pt x="0" y="15557"/>
                      </a:cubicBezTo>
                      <a:cubicBezTo>
                        <a:pt x="99" y="4808"/>
                        <a:pt x="9471" y="-244"/>
                        <a:pt x="18843" y="10"/>
                      </a:cubicBezTo>
                      <a:close/>
                      <a:moveTo>
                        <a:pt x="361357" y="3"/>
                      </a:moveTo>
                      <a:cubicBezTo>
                        <a:pt x="370360" y="-117"/>
                        <a:pt x="379364" y="7170"/>
                        <a:pt x="379427" y="22811"/>
                      </a:cubicBezTo>
                      <a:cubicBezTo>
                        <a:pt x="379608" y="73981"/>
                        <a:pt x="395801" y="92977"/>
                        <a:pt x="416799" y="121134"/>
                      </a:cubicBezTo>
                      <a:cubicBezTo>
                        <a:pt x="452945" y="158363"/>
                        <a:pt x="498462" y="168336"/>
                        <a:pt x="530986" y="167238"/>
                      </a:cubicBezTo>
                      <a:cubicBezTo>
                        <a:pt x="549400" y="166950"/>
                        <a:pt x="557131" y="203036"/>
                        <a:pt x="528863" y="205554"/>
                      </a:cubicBezTo>
                      <a:cubicBezTo>
                        <a:pt x="486854" y="205743"/>
                        <a:pt x="443561" y="201449"/>
                        <a:pt x="395749" y="150171"/>
                      </a:cubicBezTo>
                      <a:cubicBezTo>
                        <a:pt x="351991" y="102452"/>
                        <a:pt x="343809" y="62263"/>
                        <a:pt x="342870" y="38961"/>
                      </a:cubicBezTo>
                      <a:cubicBezTo>
                        <a:pt x="342557" y="31194"/>
                        <a:pt x="343049" y="25303"/>
                        <a:pt x="343296" y="21634"/>
                      </a:cubicBezTo>
                      <a:cubicBezTo>
                        <a:pt x="343354" y="7649"/>
                        <a:pt x="352355" y="122"/>
                        <a:pt x="361357" y="3"/>
                      </a:cubicBezTo>
                      <a:close/>
                    </a:path>
                  </a:pathLst>
                </a:custGeom>
                <a:solidFill>
                  <a:srgbClr val="0072C6"/>
                </a:solidFill>
                <a:ln w="25400" cap="flat" cmpd="sng" algn="ctr">
                  <a:noFill/>
                  <a:prstDash val="solid"/>
                </a:ln>
                <a:effectLst/>
              </p:spPr>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marL="0" marR="0" lvl="0" indent="0" algn="r" defTabSz="93231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Segoe UI"/>
                    <a:ea typeface="+mn-ea"/>
                    <a:cs typeface="+mn-cs"/>
                  </a:endParaRPr>
                </a:p>
              </p:txBody>
            </p:sp>
            <p:sp>
              <p:nvSpPr>
                <p:cNvPr id="30" name="Freeform 29"/>
                <p:cNvSpPr/>
                <p:nvPr/>
              </p:nvSpPr>
              <p:spPr>
                <a:xfrm>
                  <a:off x="6850743" y="1262092"/>
                  <a:ext cx="3098307" cy="1816880"/>
                </a:xfrm>
                <a:custGeom>
                  <a:avLst/>
                  <a:gdLst>
                    <a:gd name="connsiteX0" fmla="*/ 1376883 w 2750296"/>
                    <a:gd name="connsiteY0" fmla="*/ 0 h 1612807"/>
                    <a:gd name="connsiteX1" fmla="*/ 1799707 w 2750296"/>
                    <a:gd name="connsiteY1" fmla="*/ 224814 h 1612807"/>
                    <a:gd name="connsiteX2" fmla="*/ 1825016 w 2750296"/>
                    <a:gd name="connsiteY2" fmla="*/ 271443 h 1612807"/>
                    <a:gd name="connsiteX3" fmla="*/ 1868906 w 2750296"/>
                    <a:gd name="connsiteY3" fmla="*/ 255379 h 1612807"/>
                    <a:gd name="connsiteX4" fmla="*/ 2020537 w 2750296"/>
                    <a:gd name="connsiteY4" fmla="*/ 232455 h 1612807"/>
                    <a:gd name="connsiteX5" fmla="*/ 2530445 w 2750296"/>
                    <a:gd name="connsiteY5" fmla="*/ 742363 h 1612807"/>
                    <a:gd name="connsiteX6" fmla="*/ 2525545 w 2750296"/>
                    <a:gd name="connsiteY6" fmla="*/ 807127 h 1612807"/>
                    <a:gd name="connsiteX7" fmla="*/ 2560705 w 2750296"/>
                    <a:gd name="connsiteY7" fmla="*/ 826212 h 1612807"/>
                    <a:gd name="connsiteX8" fmla="*/ 2750296 w 2750296"/>
                    <a:gd name="connsiteY8" fmla="*/ 1182789 h 1612807"/>
                    <a:gd name="connsiteX9" fmla="*/ 2320278 w 2750296"/>
                    <a:gd name="connsiteY9" fmla="*/ 1612807 h 1612807"/>
                    <a:gd name="connsiteX10" fmla="*/ 2301005 w 2750296"/>
                    <a:gd name="connsiteY10" fmla="*/ 1611834 h 1612807"/>
                    <a:gd name="connsiteX11" fmla="*/ 2291351 w 2750296"/>
                    <a:gd name="connsiteY11" fmla="*/ 1612807 h 1612807"/>
                    <a:gd name="connsiteX12" fmla="*/ 471704 w 2750296"/>
                    <a:gd name="connsiteY12" fmla="*/ 1612807 h 1612807"/>
                    <a:gd name="connsiteX13" fmla="*/ 463822 w 2750296"/>
                    <a:gd name="connsiteY13" fmla="*/ 1612807 h 1612807"/>
                    <a:gd name="connsiteX14" fmla="*/ 455911 w 2750296"/>
                    <a:gd name="connsiteY14" fmla="*/ 1612009 h 1612807"/>
                    <a:gd name="connsiteX15" fmla="*/ 423475 w 2750296"/>
                    <a:gd name="connsiteY15" fmla="*/ 1610372 h 1612807"/>
                    <a:gd name="connsiteX16" fmla="*/ 0 w 2750296"/>
                    <a:gd name="connsiteY16" fmla="*/ 1141103 h 1612807"/>
                    <a:gd name="connsiteX17" fmla="*/ 471704 w 2750296"/>
                    <a:gd name="connsiteY17" fmla="*/ 669399 h 1612807"/>
                    <a:gd name="connsiteX18" fmla="*/ 482257 w 2750296"/>
                    <a:gd name="connsiteY18" fmla="*/ 670065 h 1612807"/>
                    <a:gd name="connsiteX19" fmla="*/ 515059 w 2750296"/>
                    <a:gd name="connsiteY19" fmla="*/ 630308 h 1612807"/>
                    <a:gd name="connsiteX20" fmla="*/ 822482 w 2750296"/>
                    <a:gd name="connsiteY20" fmla="*/ 502969 h 1612807"/>
                    <a:gd name="connsiteX21" fmla="*/ 867276 w 2750296"/>
                    <a:gd name="connsiteY21" fmla="*/ 506922 h 1612807"/>
                    <a:gd name="connsiteX22" fmla="*/ 877335 w 2750296"/>
                    <a:gd name="connsiteY22" fmla="*/ 407144 h 1612807"/>
                    <a:gd name="connsiteX23" fmla="*/ 1376883 w 2750296"/>
                    <a:gd name="connsiteY23" fmla="*/ 0 h 161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0296" h="1612807">
                      <a:moveTo>
                        <a:pt x="1376883" y="0"/>
                      </a:moveTo>
                      <a:cubicBezTo>
                        <a:pt x="1552892" y="0"/>
                        <a:pt x="1708073" y="89177"/>
                        <a:pt x="1799707" y="224814"/>
                      </a:cubicBezTo>
                      <a:lnTo>
                        <a:pt x="1825016" y="271443"/>
                      </a:lnTo>
                      <a:lnTo>
                        <a:pt x="1868906" y="255379"/>
                      </a:lnTo>
                      <a:cubicBezTo>
                        <a:pt x="1916806" y="240481"/>
                        <a:pt x="1967734" y="232455"/>
                        <a:pt x="2020537" y="232455"/>
                      </a:cubicBezTo>
                      <a:cubicBezTo>
                        <a:pt x="2302151" y="232455"/>
                        <a:pt x="2530445" y="460749"/>
                        <a:pt x="2530445" y="742363"/>
                      </a:cubicBezTo>
                      <a:lnTo>
                        <a:pt x="2525545" y="807127"/>
                      </a:lnTo>
                      <a:lnTo>
                        <a:pt x="2560705" y="826212"/>
                      </a:lnTo>
                      <a:cubicBezTo>
                        <a:pt x="2675091" y="903489"/>
                        <a:pt x="2750296" y="1034356"/>
                        <a:pt x="2750296" y="1182789"/>
                      </a:cubicBezTo>
                      <a:cubicBezTo>
                        <a:pt x="2750296" y="1420282"/>
                        <a:pt x="2557771" y="1612807"/>
                        <a:pt x="2320278" y="1612807"/>
                      </a:cubicBezTo>
                      <a:lnTo>
                        <a:pt x="2301005" y="1611834"/>
                      </a:lnTo>
                      <a:lnTo>
                        <a:pt x="2291351" y="1612807"/>
                      </a:lnTo>
                      <a:lnTo>
                        <a:pt x="471704" y="1612807"/>
                      </a:lnTo>
                      <a:lnTo>
                        <a:pt x="463822" y="1612807"/>
                      </a:lnTo>
                      <a:lnTo>
                        <a:pt x="455911" y="1612009"/>
                      </a:lnTo>
                      <a:lnTo>
                        <a:pt x="423475" y="1610372"/>
                      </a:lnTo>
                      <a:cubicBezTo>
                        <a:pt x="185615" y="1586216"/>
                        <a:pt x="0" y="1385336"/>
                        <a:pt x="0" y="1141103"/>
                      </a:cubicBezTo>
                      <a:cubicBezTo>
                        <a:pt x="0" y="880588"/>
                        <a:pt x="211189" y="669399"/>
                        <a:pt x="471704" y="669399"/>
                      </a:cubicBezTo>
                      <a:lnTo>
                        <a:pt x="482257" y="670065"/>
                      </a:lnTo>
                      <a:lnTo>
                        <a:pt x="515059" y="630308"/>
                      </a:lnTo>
                      <a:cubicBezTo>
                        <a:pt x="593735" y="551632"/>
                        <a:pt x="702426" y="502969"/>
                        <a:pt x="822482" y="502969"/>
                      </a:cubicBezTo>
                      <a:lnTo>
                        <a:pt x="867276" y="506922"/>
                      </a:lnTo>
                      <a:lnTo>
                        <a:pt x="877335" y="407144"/>
                      </a:lnTo>
                      <a:cubicBezTo>
                        <a:pt x="924882" y="174787"/>
                        <a:pt x="1130470" y="0"/>
                        <a:pt x="1376883" y="0"/>
                      </a:cubicBezTo>
                      <a:close/>
                    </a:path>
                  </a:pathLst>
                </a:custGeom>
                <a:solidFill>
                  <a:srgbClr val="0072C6"/>
                </a:solidFill>
                <a:ln w="9525" cap="flat" cmpd="sng" algn="ctr">
                  <a:noFill/>
                  <a:prstDash val="solid"/>
                </a:ln>
                <a:effectLst/>
              </p:spPr>
              <p:txBody>
                <a:bodyPr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Segoe UI"/>
                    <a:ea typeface="+mn-ea"/>
                    <a:cs typeface="+mn-cs"/>
                  </a:endParaRPr>
                </a:p>
              </p:txBody>
            </p:sp>
            <p:sp>
              <p:nvSpPr>
                <p:cNvPr id="32" name="Rectangle 79"/>
                <p:cNvSpPr/>
                <p:nvPr/>
              </p:nvSpPr>
              <p:spPr>
                <a:xfrm>
                  <a:off x="6247152" y="3884733"/>
                  <a:ext cx="1001630" cy="1697777"/>
                </a:xfrm>
                <a:custGeom>
                  <a:avLst/>
                  <a:gdLst/>
                  <a:ahLst/>
                  <a:cxnLst/>
                  <a:rect l="l" t="t" r="r" b="b"/>
                  <a:pathLst>
                    <a:path w="1407298" h="2385394">
                      <a:moveTo>
                        <a:pt x="703650" y="2179220"/>
                      </a:moveTo>
                      <a:cubicBezTo>
                        <a:pt x="660028" y="2179220"/>
                        <a:pt x="624666" y="2214582"/>
                        <a:pt x="624666" y="2258204"/>
                      </a:cubicBezTo>
                      <a:cubicBezTo>
                        <a:pt x="624666" y="2301826"/>
                        <a:pt x="660028" y="2337188"/>
                        <a:pt x="703650" y="2337188"/>
                      </a:cubicBezTo>
                      <a:cubicBezTo>
                        <a:pt x="747272" y="2337188"/>
                        <a:pt x="782634" y="2301826"/>
                        <a:pt x="782634" y="2258204"/>
                      </a:cubicBezTo>
                      <a:cubicBezTo>
                        <a:pt x="782634" y="2214582"/>
                        <a:pt x="747272" y="2179220"/>
                        <a:pt x="703650" y="2179220"/>
                      </a:cubicBezTo>
                      <a:close/>
                      <a:moveTo>
                        <a:pt x="177553" y="179867"/>
                      </a:moveTo>
                      <a:lnTo>
                        <a:pt x="172551" y="180877"/>
                      </a:lnTo>
                      <a:lnTo>
                        <a:pt x="165667" y="180877"/>
                      </a:lnTo>
                      <a:cubicBezTo>
                        <a:pt x="144630" y="180877"/>
                        <a:pt x="127577" y="197930"/>
                        <a:pt x="127577" y="218967"/>
                      </a:cubicBezTo>
                      <a:lnTo>
                        <a:pt x="127577" y="2097793"/>
                      </a:lnTo>
                      <a:cubicBezTo>
                        <a:pt x="127577" y="2118830"/>
                        <a:pt x="144630" y="2135883"/>
                        <a:pt x="165667" y="2135883"/>
                      </a:cubicBezTo>
                      <a:lnTo>
                        <a:pt x="1241631" y="2135883"/>
                      </a:lnTo>
                      <a:cubicBezTo>
                        <a:pt x="1262668" y="2135883"/>
                        <a:pt x="1279721" y="2118830"/>
                        <a:pt x="1279721" y="2097793"/>
                      </a:cubicBezTo>
                      <a:lnTo>
                        <a:pt x="1279721" y="218967"/>
                      </a:lnTo>
                      <a:cubicBezTo>
                        <a:pt x="1279721" y="197930"/>
                        <a:pt x="1262668" y="180877"/>
                        <a:pt x="1241631" y="180877"/>
                      </a:cubicBezTo>
                      <a:lnTo>
                        <a:pt x="1234749" y="180877"/>
                      </a:lnTo>
                      <a:cubicBezTo>
                        <a:pt x="1233161" y="179963"/>
                        <a:pt x="1231465" y="179867"/>
                        <a:pt x="1229746" y="179867"/>
                      </a:cubicBezTo>
                      <a:close/>
                      <a:moveTo>
                        <a:pt x="602415" y="56498"/>
                      </a:moveTo>
                      <a:cubicBezTo>
                        <a:pt x="588290" y="56498"/>
                        <a:pt x="576839" y="67949"/>
                        <a:pt x="576839" y="82074"/>
                      </a:cubicBezTo>
                      <a:cubicBezTo>
                        <a:pt x="576839" y="96199"/>
                        <a:pt x="588290" y="107650"/>
                        <a:pt x="602415" y="107650"/>
                      </a:cubicBezTo>
                      <a:lnTo>
                        <a:pt x="804884" y="107650"/>
                      </a:lnTo>
                      <a:cubicBezTo>
                        <a:pt x="819009" y="107650"/>
                        <a:pt x="830460" y="96199"/>
                        <a:pt x="830460" y="82074"/>
                      </a:cubicBezTo>
                      <a:cubicBezTo>
                        <a:pt x="830460" y="67949"/>
                        <a:pt x="819009" y="56498"/>
                        <a:pt x="804884" y="56498"/>
                      </a:cubicBezTo>
                      <a:close/>
                      <a:moveTo>
                        <a:pt x="76685" y="0"/>
                      </a:moveTo>
                      <a:lnTo>
                        <a:pt x="1330614" y="0"/>
                      </a:lnTo>
                      <a:cubicBezTo>
                        <a:pt x="1372966" y="0"/>
                        <a:pt x="1407298" y="34333"/>
                        <a:pt x="1407298" y="76684"/>
                      </a:cubicBezTo>
                      <a:lnTo>
                        <a:pt x="1407298" y="1757263"/>
                      </a:lnTo>
                      <a:lnTo>
                        <a:pt x="1407298" y="1766789"/>
                      </a:lnTo>
                      <a:lnTo>
                        <a:pt x="1407298" y="2308710"/>
                      </a:lnTo>
                      <a:cubicBezTo>
                        <a:pt x="1407298" y="2351061"/>
                        <a:pt x="1372966" y="2385394"/>
                        <a:pt x="1330614" y="2385394"/>
                      </a:cubicBezTo>
                      <a:lnTo>
                        <a:pt x="76685" y="2385394"/>
                      </a:lnTo>
                      <a:cubicBezTo>
                        <a:pt x="34333" y="2385394"/>
                        <a:pt x="0" y="2351061"/>
                        <a:pt x="0" y="2308710"/>
                      </a:cubicBezTo>
                      <a:lnTo>
                        <a:pt x="0" y="1766789"/>
                      </a:lnTo>
                      <a:lnTo>
                        <a:pt x="0" y="1757263"/>
                      </a:lnTo>
                      <a:lnTo>
                        <a:pt x="0" y="76684"/>
                      </a:lnTo>
                      <a:cubicBezTo>
                        <a:pt x="0" y="34333"/>
                        <a:pt x="34333" y="0"/>
                        <a:pt x="76685" y="0"/>
                      </a:cubicBezTo>
                      <a:close/>
                    </a:path>
                  </a:pathLst>
                </a:custGeom>
                <a:solidFill>
                  <a:srgbClr val="0072C6"/>
                </a:soli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316"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latin typeface="Segoe UI"/>
                    <a:ea typeface="+mn-ea"/>
                    <a:cs typeface="+mn-cs"/>
                  </a:endParaRPr>
                </a:p>
              </p:txBody>
            </p:sp>
            <p:sp>
              <p:nvSpPr>
                <p:cNvPr id="35" name="Rectangle 79"/>
                <p:cNvSpPr/>
                <p:nvPr/>
              </p:nvSpPr>
              <p:spPr>
                <a:xfrm>
                  <a:off x="9895654" y="3879680"/>
                  <a:ext cx="981822" cy="1664208"/>
                </a:xfrm>
                <a:custGeom>
                  <a:avLst/>
                  <a:gdLst/>
                  <a:ahLst/>
                  <a:cxnLst/>
                  <a:rect l="l" t="t" r="r" b="b"/>
                  <a:pathLst>
                    <a:path w="1407298" h="2385394">
                      <a:moveTo>
                        <a:pt x="703650" y="2179220"/>
                      </a:moveTo>
                      <a:cubicBezTo>
                        <a:pt x="660028" y="2179220"/>
                        <a:pt x="624666" y="2214582"/>
                        <a:pt x="624666" y="2258204"/>
                      </a:cubicBezTo>
                      <a:cubicBezTo>
                        <a:pt x="624666" y="2301826"/>
                        <a:pt x="660028" y="2337188"/>
                        <a:pt x="703650" y="2337188"/>
                      </a:cubicBezTo>
                      <a:cubicBezTo>
                        <a:pt x="747272" y="2337188"/>
                        <a:pt x="782634" y="2301826"/>
                        <a:pt x="782634" y="2258204"/>
                      </a:cubicBezTo>
                      <a:cubicBezTo>
                        <a:pt x="782634" y="2214582"/>
                        <a:pt x="747272" y="2179220"/>
                        <a:pt x="703650" y="2179220"/>
                      </a:cubicBezTo>
                      <a:close/>
                      <a:moveTo>
                        <a:pt x="177553" y="179867"/>
                      </a:moveTo>
                      <a:lnTo>
                        <a:pt x="172551" y="180877"/>
                      </a:lnTo>
                      <a:lnTo>
                        <a:pt x="165667" y="180877"/>
                      </a:lnTo>
                      <a:cubicBezTo>
                        <a:pt x="144630" y="180877"/>
                        <a:pt x="127577" y="197930"/>
                        <a:pt x="127577" y="218967"/>
                      </a:cubicBezTo>
                      <a:lnTo>
                        <a:pt x="127577" y="2097793"/>
                      </a:lnTo>
                      <a:cubicBezTo>
                        <a:pt x="127577" y="2118830"/>
                        <a:pt x="144630" y="2135883"/>
                        <a:pt x="165667" y="2135883"/>
                      </a:cubicBezTo>
                      <a:lnTo>
                        <a:pt x="1241631" y="2135883"/>
                      </a:lnTo>
                      <a:cubicBezTo>
                        <a:pt x="1262668" y="2135883"/>
                        <a:pt x="1279721" y="2118830"/>
                        <a:pt x="1279721" y="2097793"/>
                      </a:cubicBezTo>
                      <a:lnTo>
                        <a:pt x="1279721" y="218967"/>
                      </a:lnTo>
                      <a:cubicBezTo>
                        <a:pt x="1279721" y="197930"/>
                        <a:pt x="1262668" y="180877"/>
                        <a:pt x="1241631" y="180877"/>
                      </a:cubicBezTo>
                      <a:lnTo>
                        <a:pt x="1234749" y="180877"/>
                      </a:lnTo>
                      <a:cubicBezTo>
                        <a:pt x="1233161" y="179963"/>
                        <a:pt x="1231465" y="179867"/>
                        <a:pt x="1229746" y="179867"/>
                      </a:cubicBezTo>
                      <a:close/>
                      <a:moveTo>
                        <a:pt x="602415" y="56498"/>
                      </a:moveTo>
                      <a:cubicBezTo>
                        <a:pt x="588290" y="56498"/>
                        <a:pt x="576839" y="67949"/>
                        <a:pt x="576839" y="82074"/>
                      </a:cubicBezTo>
                      <a:cubicBezTo>
                        <a:pt x="576839" y="96199"/>
                        <a:pt x="588290" y="107650"/>
                        <a:pt x="602415" y="107650"/>
                      </a:cubicBezTo>
                      <a:lnTo>
                        <a:pt x="804884" y="107650"/>
                      </a:lnTo>
                      <a:cubicBezTo>
                        <a:pt x="819009" y="107650"/>
                        <a:pt x="830460" y="96199"/>
                        <a:pt x="830460" y="82074"/>
                      </a:cubicBezTo>
                      <a:cubicBezTo>
                        <a:pt x="830460" y="67949"/>
                        <a:pt x="819009" y="56498"/>
                        <a:pt x="804884" y="56498"/>
                      </a:cubicBezTo>
                      <a:close/>
                      <a:moveTo>
                        <a:pt x="76685" y="0"/>
                      </a:moveTo>
                      <a:lnTo>
                        <a:pt x="1330614" y="0"/>
                      </a:lnTo>
                      <a:cubicBezTo>
                        <a:pt x="1372966" y="0"/>
                        <a:pt x="1407298" y="34333"/>
                        <a:pt x="1407298" y="76684"/>
                      </a:cubicBezTo>
                      <a:lnTo>
                        <a:pt x="1407298" y="1757263"/>
                      </a:lnTo>
                      <a:lnTo>
                        <a:pt x="1407298" y="1766789"/>
                      </a:lnTo>
                      <a:lnTo>
                        <a:pt x="1407298" y="2308710"/>
                      </a:lnTo>
                      <a:cubicBezTo>
                        <a:pt x="1407298" y="2351061"/>
                        <a:pt x="1372966" y="2385394"/>
                        <a:pt x="1330614" y="2385394"/>
                      </a:cubicBezTo>
                      <a:lnTo>
                        <a:pt x="76685" y="2385394"/>
                      </a:lnTo>
                      <a:cubicBezTo>
                        <a:pt x="34333" y="2385394"/>
                        <a:pt x="0" y="2351061"/>
                        <a:pt x="0" y="2308710"/>
                      </a:cubicBezTo>
                      <a:lnTo>
                        <a:pt x="0" y="1766789"/>
                      </a:lnTo>
                      <a:lnTo>
                        <a:pt x="0" y="1757263"/>
                      </a:lnTo>
                      <a:lnTo>
                        <a:pt x="0" y="76684"/>
                      </a:lnTo>
                      <a:cubicBezTo>
                        <a:pt x="0" y="34333"/>
                        <a:pt x="34333" y="0"/>
                        <a:pt x="76685" y="0"/>
                      </a:cubicBezTo>
                      <a:close/>
                    </a:path>
                  </a:pathLst>
                </a:custGeom>
                <a:solidFill>
                  <a:srgbClr val="68217A"/>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7" name="Group 36"/>
                <p:cNvGrpSpPr/>
                <p:nvPr/>
              </p:nvGrpSpPr>
              <p:grpSpPr>
                <a:xfrm rot="17515943">
                  <a:off x="6424305" y="5026760"/>
                  <a:ext cx="1001773" cy="846036"/>
                  <a:chOff x="5449638" y="4347825"/>
                  <a:chExt cx="581309" cy="490938"/>
                </a:xfrm>
              </p:grpSpPr>
              <p:sp>
                <p:nvSpPr>
                  <p:cNvPr id="47" name="Freeform 7"/>
                  <p:cNvSpPr>
                    <a:spLocks/>
                  </p:cNvSpPr>
                  <p:nvPr/>
                </p:nvSpPr>
                <p:spPr bwMode="auto">
                  <a:xfrm rot="350675" flipH="1">
                    <a:off x="5449638" y="4533307"/>
                    <a:ext cx="300336" cy="305456"/>
                  </a:xfrm>
                  <a:custGeom>
                    <a:avLst/>
                    <a:gdLst>
                      <a:gd name="T0" fmla="*/ 176 w 176"/>
                      <a:gd name="T1" fmla="*/ 84 h 179"/>
                      <a:gd name="T2" fmla="*/ 81 w 176"/>
                      <a:gd name="T3" fmla="*/ 179 h 179"/>
                      <a:gd name="T4" fmla="*/ 0 w 176"/>
                      <a:gd name="T5" fmla="*/ 95 h 179"/>
                      <a:gd name="T6" fmla="*/ 94 w 176"/>
                      <a:gd name="T7" fmla="*/ 0 h 179"/>
                      <a:gd name="T8" fmla="*/ 176 w 176"/>
                      <a:gd name="T9" fmla="*/ 84 h 179"/>
                    </a:gdLst>
                    <a:ahLst/>
                    <a:cxnLst>
                      <a:cxn ang="0">
                        <a:pos x="T0" y="T1"/>
                      </a:cxn>
                      <a:cxn ang="0">
                        <a:pos x="T2" y="T3"/>
                      </a:cxn>
                      <a:cxn ang="0">
                        <a:pos x="T4" y="T5"/>
                      </a:cxn>
                      <a:cxn ang="0">
                        <a:pos x="T6" y="T7"/>
                      </a:cxn>
                      <a:cxn ang="0">
                        <a:pos x="T8" y="T9"/>
                      </a:cxn>
                    </a:cxnLst>
                    <a:rect l="0" t="0" r="r" b="b"/>
                    <a:pathLst>
                      <a:path w="176" h="179">
                        <a:moveTo>
                          <a:pt x="176" y="84"/>
                        </a:moveTo>
                        <a:lnTo>
                          <a:pt x="81" y="179"/>
                        </a:lnTo>
                        <a:lnTo>
                          <a:pt x="0" y="95"/>
                        </a:lnTo>
                        <a:lnTo>
                          <a:pt x="94" y="0"/>
                        </a:lnTo>
                        <a:lnTo>
                          <a:pt x="176" y="84"/>
                        </a:lnTo>
                        <a:close/>
                      </a:path>
                    </a:pathLst>
                  </a:custGeom>
                  <a:solidFill>
                    <a:srgbClr val="44235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32316"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000000"/>
                      </a:solidFill>
                      <a:effectLst/>
                      <a:uLnTx/>
                      <a:uFillTx/>
                    </a:endParaRPr>
                  </a:p>
                </p:txBody>
              </p:sp>
              <p:sp>
                <p:nvSpPr>
                  <p:cNvPr id="48" name="Freeform 8"/>
                  <p:cNvSpPr>
                    <a:spLocks/>
                  </p:cNvSpPr>
                  <p:nvPr/>
                </p:nvSpPr>
                <p:spPr bwMode="auto">
                  <a:xfrm rot="350675" flipH="1">
                    <a:off x="5631637" y="4347825"/>
                    <a:ext cx="399310" cy="342998"/>
                  </a:xfrm>
                  <a:custGeom>
                    <a:avLst/>
                    <a:gdLst>
                      <a:gd name="T0" fmla="*/ 137 w 198"/>
                      <a:gd name="T1" fmla="*/ 30 h 170"/>
                      <a:gd name="T2" fmla="*/ 91 w 198"/>
                      <a:gd name="T3" fmla="*/ 23 h 170"/>
                      <a:gd name="T4" fmla="*/ 91 w 198"/>
                      <a:gd name="T5" fmla="*/ 23 h 170"/>
                      <a:gd name="T6" fmla="*/ 90 w 198"/>
                      <a:gd name="T7" fmla="*/ 23 h 170"/>
                      <a:gd name="T8" fmla="*/ 87 w 198"/>
                      <a:gd name="T9" fmla="*/ 26 h 170"/>
                      <a:gd name="T10" fmla="*/ 60 w 198"/>
                      <a:gd name="T11" fmla="*/ 43 h 170"/>
                      <a:gd name="T12" fmla="*/ 23 w 198"/>
                      <a:gd name="T13" fmla="*/ 6 h 170"/>
                      <a:gd name="T14" fmla="*/ 5 w 198"/>
                      <a:gd name="T15" fmla="*/ 5 h 170"/>
                      <a:gd name="T16" fmla="*/ 6 w 198"/>
                      <a:gd name="T17" fmla="*/ 23 h 170"/>
                      <a:gd name="T18" fmla="*/ 62 w 198"/>
                      <a:gd name="T19" fmla="*/ 80 h 170"/>
                      <a:gd name="T20" fmla="*/ 63 w 198"/>
                      <a:gd name="T21" fmla="*/ 114 h 170"/>
                      <a:gd name="T22" fmla="*/ 101 w 198"/>
                      <a:gd name="T23" fmla="*/ 152 h 170"/>
                      <a:gd name="T24" fmla="*/ 125 w 198"/>
                      <a:gd name="T25" fmla="*/ 152 h 170"/>
                      <a:gd name="T26" fmla="*/ 143 w 198"/>
                      <a:gd name="T27" fmla="*/ 170 h 170"/>
                      <a:gd name="T28" fmla="*/ 198 w 198"/>
                      <a:gd name="T29" fmla="*/ 115 h 170"/>
                      <a:gd name="T30" fmla="*/ 180 w 198"/>
                      <a:gd name="T31" fmla="*/ 97 h 170"/>
                      <a:gd name="T32" fmla="*/ 180 w 198"/>
                      <a:gd name="T33" fmla="*/ 72 h 170"/>
                      <a:gd name="T34" fmla="*/ 138 w 198"/>
                      <a:gd name="T35" fmla="*/ 31 h 170"/>
                      <a:gd name="T36" fmla="*/ 138 w 198"/>
                      <a:gd name="T37" fmla="*/ 31 h 170"/>
                      <a:gd name="T38" fmla="*/ 137 w 198"/>
                      <a:gd name="T39" fmla="*/ 3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8" h="170">
                        <a:moveTo>
                          <a:pt x="137" y="30"/>
                        </a:moveTo>
                        <a:cubicBezTo>
                          <a:pt x="125" y="17"/>
                          <a:pt x="106" y="15"/>
                          <a:pt x="91" y="23"/>
                        </a:cubicBezTo>
                        <a:cubicBezTo>
                          <a:pt x="91" y="23"/>
                          <a:pt x="91" y="23"/>
                          <a:pt x="91" y="23"/>
                        </a:cubicBezTo>
                        <a:cubicBezTo>
                          <a:pt x="90" y="23"/>
                          <a:pt x="90" y="23"/>
                          <a:pt x="90" y="23"/>
                        </a:cubicBezTo>
                        <a:cubicBezTo>
                          <a:pt x="89" y="24"/>
                          <a:pt x="88" y="25"/>
                          <a:pt x="87" y="26"/>
                        </a:cubicBezTo>
                        <a:cubicBezTo>
                          <a:pt x="60" y="43"/>
                          <a:pt x="60" y="43"/>
                          <a:pt x="60" y="43"/>
                        </a:cubicBezTo>
                        <a:cubicBezTo>
                          <a:pt x="23" y="6"/>
                          <a:pt x="23" y="6"/>
                          <a:pt x="23" y="6"/>
                        </a:cubicBezTo>
                        <a:cubicBezTo>
                          <a:pt x="18" y="1"/>
                          <a:pt x="10" y="0"/>
                          <a:pt x="5" y="5"/>
                        </a:cubicBezTo>
                        <a:cubicBezTo>
                          <a:pt x="0" y="10"/>
                          <a:pt x="0" y="18"/>
                          <a:pt x="6" y="23"/>
                        </a:cubicBezTo>
                        <a:cubicBezTo>
                          <a:pt x="62" y="80"/>
                          <a:pt x="62" y="80"/>
                          <a:pt x="62" y="80"/>
                        </a:cubicBezTo>
                        <a:cubicBezTo>
                          <a:pt x="53" y="89"/>
                          <a:pt x="54" y="104"/>
                          <a:pt x="63" y="114"/>
                        </a:cubicBezTo>
                        <a:cubicBezTo>
                          <a:pt x="101" y="152"/>
                          <a:pt x="101" y="152"/>
                          <a:pt x="101" y="152"/>
                        </a:cubicBezTo>
                        <a:cubicBezTo>
                          <a:pt x="108" y="158"/>
                          <a:pt x="119" y="158"/>
                          <a:pt x="125" y="152"/>
                        </a:cubicBezTo>
                        <a:cubicBezTo>
                          <a:pt x="143" y="170"/>
                          <a:pt x="143" y="170"/>
                          <a:pt x="143" y="170"/>
                        </a:cubicBezTo>
                        <a:cubicBezTo>
                          <a:pt x="198" y="115"/>
                          <a:pt x="198" y="115"/>
                          <a:pt x="198" y="115"/>
                        </a:cubicBezTo>
                        <a:cubicBezTo>
                          <a:pt x="180" y="97"/>
                          <a:pt x="180" y="97"/>
                          <a:pt x="180" y="97"/>
                        </a:cubicBezTo>
                        <a:cubicBezTo>
                          <a:pt x="187" y="90"/>
                          <a:pt x="187" y="79"/>
                          <a:pt x="180" y="72"/>
                        </a:cubicBezTo>
                        <a:cubicBezTo>
                          <a:pt x="138" y="31"/>
                          <a:pt x="138" y="31"/>
                          <a:pt x="138" y="31"/>
                        </a:cubicBezTo>
                        <a:cubicBezTo>
                          <a:pt x="138" y="31"/>
                          <a:pt x="138" y="31"/>
                          <a:pt x="138" y="31"/>
                        </a:cubicBezTo>
                        <a:cubicBezTo>
                          <a:pt x="138" y="30"/>
                          <a:pt x="137" y="30"/>
                          <a:pt x="137" y="30"/>
                        </a:cubicBezTo>
                        <a:close/>
                      </a:path>
                    </a:pathLst>
                  </a:custGeom>
                  <a:solidFill>
                    <a:srgbClr val="FF8C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32316"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000000"/>
                      </a:solidFill>
                      <a:effectLst/>
                      <a:uLnTx/>
                      <a:uFillTx/>
                    </a:endParaRPr>
                  </a:p>
                </p:txBody>
              </p:sp>
            </p:grpSp>
            <p:sp>
              <p:nvSpPr>
                <p:cNvPr id="38" name="Freeform 37"/>
                <p:cNvSpPr/>
                <p:nvPr/>
              </p:nvSpPr>
              <p:spPr>
                <a:xfrm rot="18850785">
                  <a:off x="8280114" y="3261407"/>
                  <a:ext cx="549546" cy="529951"/>
                </a:xfrm>
                <a:custGeom>
                  <a:avLst/>
                  <a:gdLst>
                    <a:gd name="connsiteX0" fmla="*/ 147901 w 547492"/>
                    <a:gd name="connsiteY0" fmla="*/ 159 h 547027"/>
                    <a:gd name="connsiteX1" fmla="*/ 164790 w 547492"/>
                    <a:gd name="connsiteY1" fmla="*/ 17385 h 547027"/>
                    <a:gd name="connsiteX2" fmla="*/ 257543 w 547492"/>
                    <a:gd name="connsiteY2" fmla="*/ 261873 h 547027"/>
                    <a:gd name="connsiteX3" fmla="*/ 531263 w 547492"/>
                    <a:gd name="connsiteY3" fmla="*/ 383096 h 547027"/>
                    <a:gd name="connsiteX4" fmla="*/ 533050 w 547492"/>
                    <a:gd name="connsiteY4" fmla="*/ 419093 h 547027"/>
                    <a:gd name="connsiteX5" fmla="*/ 234902 w 547492"/>
                    <a:gd name="connsiteY5" fmla="*/ 291210 h 547027"/>
                    <a:gd name="connsiteX6" fmla="*/ 130118 w 547492"/>
                    <a:gd name="connsiteY6" fmla="*/ 16219 h 547027"/>
                    <a:gd name="connsiteX7" fmla="*/ 147901 w 547492"/>
                    <a:gd name="connsiteY7" fmla="*/ 159 h 547027"/>
                    <a:gd name="connsiteX8" fmla="*/ 258593 w 547492"/>
                    <a:gd name="connsiteY8" fmla="*/ 83 h 547027"/>
                    <a:gd name="connsiteX9" fmla="*/ 276870 w 547492"/>
                    <a:gd name="connsiteY9" fmla="*/ 19473 h 547027"/>
                    <a:gd name="connsiteX10" fmla="*/ 342477 w 547492"/>
                    <a:gd name="connsiteY10" fmla="*/ 185830 h 547027"/>
                    <a:gd name="connsiteX11" fmla="*/ 529533 w 547492"/>
                    <a:gd name="connsiteY11" fmla="*/ 271534 h 547027"/>
                    <a:gd name="connsiteX12" fmla="*/ 529010 w 547492"/>
                    <a:gd name="connsiteY12" fmla="*/ 308769 h 547027"/>
                    <a:gd name="connsiteX13" fmla="*/ 319908 w 547492"/>
                    <a:gd name="connsiteY13" fmla="*/ 218161 h 547027"/>
                    <a:gd name="connsiteX14" fmla="*/ 241025 w 547492"/>
                    <a:gd name="connsiteY14" fmla="*/ 18615 h 547027"/>
                    <a:gd name="connsiteX15" fmla="*/ 258593 w 547492"/>
                    <a:gd name="connsiteY15" fmla="*/ 83 h 547027"/>
                    <a:gd name="connsiteX16" fmla="*/ 18843 w 547492"/>
                    <a:gd name="connsiteY16" fmla="*/ 10 h 547027"/>
                    <a:gd name="connsiteX17" fmla="*/ 37685 w 547492"/>
                    <a:gd name="connsiteY17" fmla="*/ 16302 h 547027"/>
                    <a:gd name="connsiteX18" fmla="*/ 164891 w 547492"/>
                    <a:gd name="connsiteY18" fmla="*/ 345340 h 547027"/>
                    <a:gd name="connsiteX19" fmla="*/ 531167 w 547492"/>
                    <a:gd name="connsiteY19" fmla="*/ 510082 h 547027"/>
                    <a:gd name="connsiteX20" fmla="*/ 528039 w 547492"/>
                    <a:gd name="connsiteY20" fmla="*/ 547022 h 547027"/>
                    <a:gd name="connsiteX21" fmla="*/ 139867 w 547492"/>
                    <a:gd name="connsiteY21" fmla="*/ 375130 h 547027"/>
                    <a:gd name="connsiteX22" fmla="*/ 0 w 547492"/>
                    <a:gd name="connsiteY22" fmla="*/ 15557 h 547027"/>
                    <a:gd name="connsiteX23" fmla="*/ 18843 w 547492"/>
                    <a:gd name="connsiteY23" fmla="*/ 10 h 547027"/>
                    <a:gd name="connsiteX24" fmla="*/ 361357 w 547492"/>
                    <a:gd name="connsiteY24" fmla="*/ 3 h 547027"/>
                    <a:gd name="connsiteX25" fmla="*/ 379427 w 547492"/>
                    <a:gd name="connsiteY25" fmla="*/ 22811 h 547027"/>
                    <a:gd name="connsiteX26" fmla="*/ 416799 w 547492"/>
                    <a:gd name="connsiteY26" fmla="*/ 121134 h 547027"/>
                    <a:gd name="connsiteX27" fmla="*/ 530986 w 547492"/>
                    <a:gd name="connsiteY27" fmla="*/ 167238 h 547027"/>
                    <a:gd name="connsiteX28" fmla="*/ 528863 w 547492"/>
                    <a:gd name="connsiteY28" fmla="*/ 205554 h 547027"/>
                    <a:gd name="connsiteX29" fmla="*/ 395749 w 547492"/>
                    <a:gd name="connsiteY29" fmla="*/ 150171 h 547027"/>
                    <a:gd name="connsiteX30" fmla="*/ 342870 w 547492"/>
                    <a:gd name="connsiteY30" fmla="*/ 38961 h 547027"/>
                    <a:gd name="connsiteX31" fmla="*/ 343296 w 547492"/>
                    <a:gd name="connsiteY31" fmla="*/ 21634 h 547027"/>
                    <a:gd name="connsiteX32" fmla="*/ 361357 w 547492"/>
                    <a:gd name="connsiteY32" fmla="*/ 3 h 54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492" h="547027">
                      <a:moveTo>
                        <a:pt x="147901" y="159"/>
                      </a:moveTo>
                      <a:cubicBezTo>
                        <a:pt x="156233" y="1247"/>
                        <a:pt x="164417" y="7883"/>
                        <a:pt x="164790" y="17385"/>
                      </a:cubicBezTo>
                      <a:cubicBezTo>
                        <a:pt x="163504" y="123250"/>
                        <a:pt x="210481" y="208637"/>
                        <a:pt x="257543" y="261873"/>
                      </a:cubicBezTo>
                      <a:cubicBezTo>
                        <a:pt x="329801" y="345790"/>
                        <a:pt x="450493" y="385299"/>
                        <a:pt x="531263" y="383096"/>
                      </a:cubicBezTo>
                      <a:cubicBezTo>
                        <a:pt x="554755" y="384136"/>
                        <a:pt x="550415" y="419245"/>
                        <a:pt x="533050" y="419093"/>
                      </a:cubicBezTo>
                      <a:cubicBezTo>
                        <a:pt x="450691" y="419472"/>
                        <a:pt x="338455" y="398909"/>
                        <a:pt x="234902" y="291210"/>
                      </a:cubicBezTo>
                      <a:cubicBezTo>
                        <a:pt x="193363" y="241274"/>
                        <a:pt x="128927" y="167539"/>
                        <a:pt x="130118" y="16219"/>
                      </a:cubicBezTo>
                      <a:cubicBezTo>
                        <a:pt x="131087" y="3530"/>
                        <a:pt x="139569" y="-930"/>
                        <a:pt x="147901" y="159"/>
                      </a:cubicBezTo>
                      <a:close/>
                      <a:moveTo>
                        <a:pt x="258593" y="83"/>
                      </a:moveTo>
                      <a:cubicBezTo>
                        <a:pt x="267391" y="-753"/>
                        <a:pt x="276308" y="4730"/>
                        <a:pt x="276870" y="19473"/>
                      </a:cubicBezTo>
                      <a:cubicBezTo>
                        <a:pt x="277152" y="95057"/>
                        <a:pt x="309784" y="144239"/>
                        <a:pt x="342477" y="185830"/>
                      </a:cubicBezTo>
                      <a:cubicBezTo>
                        <a:pt x="395970" y="243463"/>
                        <a:pt x="472402" y="273156"/>
                        <a:pt x="529533" y="271534"/>
                      </a:cubicBezTo>
                      <a:cubicBezTo>
                        <a:pt x="554491" y="271108"/>
                        <a:pt x="552612" y="307689"/>
                        <a:pt x="529010" y="308769"/>
                      </a:cubicBezTo>
                      <a:cubicBezTo>
                        <a:pt x="463605" y="309049"/>
                        <a:pt x="394346" y="293904"/>
                        <a:pt x="319908" y="218161"/>
                      </a:cubicBezTo>
                      <a:cubicBezTo>
                        <a:pt x="290526" y="181384"/>
                        <a:pt x="240182" y="130058"/>
                        <a:pt x="241025" y="18615"/>
                      </a:cubicBezTo>
                      <a:cubicBezTo>
                        <a:pt x="241115" y="8077"/>
                        <a:pt x="249795" y="920"/>
                        <a:pt x="258593" y="83"/>
                      </a:cubicBezTo>
                      <a:close/>
                      <a:moveTo>
                        <a:pt x="18843" y="10"/>
                      </a:moveTo>
                      <a:cubicBezTo>
                        <a:pt x="28214" y="265"/>
                        <a:pt x="37586" y="5826"/>
                        <a:pt x="37685" y="16302"/>
                      </a:cubicBezTo>
                      <a:cubicBezTo>
                        <a:pt x="35997" y="154729"/>
                        <a:pt x="103125" y="275729"/>
                        <a:pt x="164891" y="345340"/>
                      </a:cubicBezTo>
                      <a:cubicBezTo>
                        <a:pt x="259725" y="455069"/>
                        <a:pt x="425162" y="512962"/>
                        <a:pt x="531167" y="510082"/>
                      </a:cubicBezTo>
                      <a:cubicBezTo>
                        <a:pt x="555744" y="509883"/>
                        <a:pt x="550829" y="547221"/>
                        <a:pt x="528039" y="547022"/>
                      </a:cubicBezTo>
                      <a:cubicBezTo>
                        <a:pt x="419949" y="547519"/>
                        <a:pt x="273429" y="516735"/>
                        <a:pt x="139867" y="375130"/>
                      </a:cubicBezTo>
                      <a:cubicBezTo>
                        <a:pt x="85350" y="312173"/>
                        <a:pt x="0" y="200955"/>
                        <a:pt x="0" y="15557"/>
                      </a:cubicBezTo>
                      <a:cubicBezTo>
                        <a:pt x="99" y="4808"/>
                        <a:pt x="9471" y="-244"/>
                        <a:pt x="18843" y="10"/>
                      </a:cubicBezTo>
                      <a:close/>
                      <a:moveTo>
                        <a:pt x="361357" y="3"/>
                      </a:moveTo>
                      <a:cubicBezTo>
                        <a:pt x="370360" y="-117"/>
                        <a:pt x="379364" y="7170"/>
                        <a:pt x="379427" y="22811"/>
                      </a:cubicBezTo>
                      <a:cubicBezTo>
                        <a:pt x="379608" y="73981"/>
                        <a:pt x="395801" y="92977"/>
                        <a:pt x="416799" y="121134"/>
                      </a:cubicBezTo>
                      <a:cubicBezTo>
                        <a:pt x="452945" y="158363"/>
                        <a:pt x="498462" y="168336"/>
                        <a:pt x="530986" y="167238"/>
                      </a:cubicBezTo>
                      <a:cubicBezTo>
                        <a:pt x="549400" y="166950"/>
                        <a:pt x="557131" y="203036"/>
                        <a:pt x="528863" y="205554"/>
                      </a:cubicBezTo>
                      <a:cubicBezTo>
                        <a:pt x="486854" y="205743"/>
                        <a:pt x="443561" y="201449"/>
                        <a:pt x="395749" y="150171"/>
                      </a:cubicBezTo>
                      <a:cubicBezTo>
                        <a:pt x="351991" y="102452"/>
                        <a:pt x="343809" y="62263"/>
                        <a:pt x="342870" y="38961"/>
                      </a:cubicBezTo>
                      <a:cubicBezTo>
                        <a:pt x="342557" y="31194"/>
                        <a:pt x="343049" y="25303"/>
                        <a:pt x="343296" y="21634"/>
                      </a:cubicBezTo>
                      <a:cubicBezTo>
                        <a:pt x="343354" y="7649"/>
                        <a:pt x="352355" y="122"/>
                        <a:pt x="361357" y="3"/>
                      </a:cubicBezTo>
                      <a:close/>
                    </a:path>
                  </a:pathLst>
                </a:custGeom>
                <a:solidFill>
                  <a:srgbClr val="0072C6"/>
                </a:solidFill>
                <a:ln w="25400" cap="flat" cmpd="sng" algn="ctr">
                  <a:noFill/>
                  <a:prstDash val="solid"/>
                </a:ln>
                <a:effectLst/>
              </p:spPr>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marL="0" marR="0" lvl="0" indent="0" algn="r" defTabSz="93231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Segoe UI"/>
                    <a:ea typeface="+mn-ea"/>
                    <a:cs typeface="+mn-cs"/>
                  </a:endParaRPr>
                </a:p>
              </p:txBody>
            </p:sp>
            <p:sp>
              <p:nvSpPr>
                <p:cNvPr id="40" name="Freeform 39"/>
                <p:cNvSpPr/>
                <p:nvPr/>
              </p:nvSpPr>
              <p:spPr>
                <a:xfrm rot="16397217">
                  <a:off x="9796199" y="3113557"/>
                  <a:ext cx="549546" cy="529951"/>
                </a:xfrm>
                <a:custGeom>
                  <a:avLst/>
                  <a:gdLst>
                    <a:gd name="connsiteX0" fmla="*/ 147901 w 547492"/>
                    <a:gd name="connsiteY0" fmla="*/ 159 h 547027"/>
                    <a:gd name="connsiteX1" fmla="*/ 164790 w 547492"/>
                    <a:gd name="connsiteY1" fmla="*/ 17385 h 547027"/>
                    <a:gd name="connsiteX2" fmla="*/ 257543 w 547492"/>
                    <a:gd name="connsiteY2" fmla="*/ 261873 h 547027"/>
                    <a:gd name="connsiteX3" fmla="*/ 531263 w 547492"/>
                    <a:gd name="connsiteY3" fmla="*/ 383096 h 547027"/>
                    <a:gd name="connsiteX4" fmla="*/ 533050 w 547492"/>
                    <a:gd name="connsiteY4" fmla="*/ 419093 h 547027"/>
                    <a:gd name="connsiteX5" fmla="*/ 234902 w 547492"/>
                    <a:gd name="connsiteY5" fmla="*/ 291210 h 547027"/>
                    <a:gd name="connsiteX6" fmla="*/ 130118 w 547492"/>
                    <a:gd name="connsiteY6" fmla="*/ 16219 h 547027"/>
                    <a:gd name="connsiteX7" fmla="*/ 147901 w 547492"/>
                    <a:gd name="connsiteY7" fmla="*/ 159 h 547027"/>
                    <a:gd name="connsiteX8" fmla="*/ 258593 w 547492"/>
                    <a:gd name="connsiteY8" fmla="*/ 83 h 547027"/>
                    <a:gd name="connsiteX9" fmla="*/ 276870 w 547492"/>
                    <a:gd name="connsiteY9" fmla="*/ 19473 h 547027"/>
                    <a:gd name="connsiteX10" fmla="*/ 342477 w 547492"/>
                    <a:gd name="connsiteY10" fmla="*/ 185830 h 547027"/>
                    <a:gd name="connsiteX11" fmla="*/ 529533 w 547492"/>
                    <a:gd name="connsiteY11" fmla="*/ 271534 h 547027"/>
                    <a:gd name="connsiteX12" fmla="*/ 529010 w 547492"/>
                    <a:gd name="connsiteY12" fmla="*/ 308769 h 547027"/>
                    <a:gd name="connsiteX13" fmla="*/ 319908 w 547492"/>
                    <a:gd name="connsiteY13" fmla="*/ 218161 h 547027"/>
                    <a:gd name="connsiteX14" fmla="*/ 241025 w 547492"/>
                    <a:gd name="connsiteY14" fmla="*/ 18615 h 547027"/>
                    <a:gd name="connsiteX15" fmla="*/ 258593 w 547492"/>
                    <a:gd name="connsiteY15" fmla="*/ 83 h 547027"/>
                    <a:gd name="connsiteX16" fmla="*/ 18843 w 547492"/>
                    <a:gd name="connsiteY16" fmla="*/ 10 h 547027"/>
                    <a:gd name="connsiteX17" fmla="*/ 37685 w 547492"/>
                    <a:gd name="connsiteY17" fmla="*/ 16302 h 547027"/>
                    <a:gd name="connsiteX18" fmla="*/ 164891 w 547492"/>
                    <a:gd name="connsiteY18" fmla="*/ 345340 h 547027"/>
                    <a:gd name="connsiteX19" fmla="*/ 531167 w 547492"/>
                    <a:gd name="connsiteY19" fmla="*/ 510082 h 547027"/>
                    <a:gd name="connsiteX20" fmla="*/ 528039 w 547492"/>
                    <a:gd name="connsiteY20" fmla="*/ 547022 h 547027"/>
                    <a:gd name="connsiteX21" fmla="*/ 139867 w 547492"/>
                    <a:gd name="connsiteY21" fmla="*/ 375130 h 547027"/>
                    <a:gd name="connsiteX22" fmla="*/ 0 w 547492"/>
                    <a:gd name="connsiteY22" fmla="*/ 15557 h 547027"/>
                    <a:gd name="connsiteX23" fmla="*/ 18843 w 547492"/>
                    <a:gd name="connsiteY23" fmla="*/ 10 h 547027"/>
                    <a:gd name="connsiteX24" fmla="*/ 361357 w 547492"/>
                    <a:gd name="connsiteY24" fmla="*/ 3 h 547027"/>
                    <a:gd name="connsiteX25" fmla="*/ 379427 w 547492"/>
                    <a:gd name="connsiteY25" fmla="*/ 22811 h 547027"/>
                    <a:gd name="connsiteX26" fmla="*/ 416799 w 547492"/>
                    <a:gd name="connsiteY26" fmla="*/ 121134 h 547027"/>
                    <a:gd name="connsiteX27" fmla="*/ 530986 w 547492"/>
                    <a:gd name="connsiteY27" fmla="*/ 167238 h 547027"/>
                    <a:gd name="connsiteX28" fmla="*/ 528863 w 547492"/>
                    <a:gd name="connsiteY28" fmla="*/ 205554 h 547027"/>
                    <a:gd name="connsiteX29" fmla="*/ 395749 w 547492"/>
                    <a:gd name="connsiteY29" fmla="*/ 150171 h 547027"/>
                    <a:gd name="connsiteX30" fmla="*/ 342870 w 547492"/>
                    <a:gd name="connsiteY30" fmla="*/ 38961 h 547027"/>
                    <a:gd name="connsiteX31" fmla="*/ 343296 w 547492"/>
                    <a:gd name="connsiteY31" fmla="*/ 21634 h 547027"/>
                    <a:gd name="connsiteX32" fmla="*/ 361357 w 547492"/>
                    <a:gd name="connsiteY32" fmla="*/ 3 h 54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492" h="547027">
                      <a:moveTo>
                        <a:pt x="147901" y="159"/>
                      </a:moveTo>
                      <a:cubicBezTo>
                        <a:pt x="156233" y="1247"/>
                        <a:pt x="164417" y="7883"/>
                        <a:pt x="164790" y="17385"/>
                      </a:cubicBezTo>
                      <a:cubicBezTo>
                        <a:pt x="163504" y="123250"/>
                        <a:pt x="210481" y="208637"/>
                        <a:pt x="257543" y="261873"/>
                      </a:cubicBezTo>
                      <a:cubicBezTo>
                        <a:pt x="329801" y="345790"/>
                        <a:pt x="450493" y="385299"/>
                        <a:pt x="531263" y="383096"/>
                      </a:cubicBezTo>
                      <a:cubicBezTo>
                        <a:pt x="554755" y="384136"/>
                        <a:pt x="550415" y="419245"/>
                        <a:pt x="533050" y="419093"/>
                      </a:cubicBezTo>
                      <a:cubicBezTo>
                        <a:pt x="450691" y="419472"/>
                        <a:pt x="338455" y="398909"/>
                        <a:pt x="234902" y="291210"/>
                      </a:cubicBezTo>
                      <a:cubicBezTo>
                        <a:pt x="193363" y="241274"/>
                        <a:pt x="128927" y="167539"/>
                        <a:pt x="130118" y="16219"/>
                      </a:cubicBezTo>
                      <a:cubicBezTo>
                        <a:pt x="131087" y="3530"/>
                        <a:pt x="139569" y="-930"/>
                        <a:pt x="147901" y="159"/>
                      </a:cubicBezTo>
                      <a:close/>
                      <a:moveTo>
                        <a:pt x="258593" y="83"/>
                      </a:moveTo>
                      <a:cubicBezTo>
                        <a:pt x="267391" y="-753"/>
                        <a:pt x="276308" y="4730"/>
                        <a:pt x="276870" y="19473"/>
                      </a:cubicBezTo>
                      <a:cubicBezTo>
                        <a:pt x="277152" y="95057"/>
                        <a:pt x="309784" y="144239"/>
                        <a:pt x="342477" y="185830"/>
                      </a:cubicBezTo>
                      <a:cubicBezTo>
                        <a:pt x="395970" y="243463"/>
                        <a:pt x="472402" y="273156"/>
                        <a:pt x="529533" y="271534"/>
                      </a:cubicBezTo>
                      <a:cubicBezTo>
                        <a:pt x="554491" y="271108"/>
                        <a:pt x="552612" y="307689"/>
                        <a:pt x="529010" y="308769"/>
                      </a:cubicBezTo>
                      <a:cubicBezTo>
                        <a:pt x="463605" y="309049"/>
                        <a:pt x="394346" y="293904"/>
                        <a:pt x="319908" y="218161"/>
                      </a:cubicBezTo>
                      <a:cubicBezTo>
                        <a:pt x="290526" y="181384"/>
                        <a:pt x="240182" y="130058"/>
                        <a:pt x="241025" y="18615"/>
                      </a:cubicBezTo>
                      <a:cubicBezTo>
                        <a:pt x="241115" y="8077"/>
                        <a:pt x="249795" y="920"/>
                        <a:pt x="258593" y="83"/>
                      </a:cubicBezTo>
                      <a:close/>
                      <a:moveTo>
                        <a:pt x="18843" y="10"/>
                      </a:moveTo>
                      <a:cubicBezTo>
                        <a:pt x="28214" y="265"/>
                        <a:pt x="37586" y="5826"/>
                        <a:pt x="37685" y="16302"/>
                      </a:cubicBezTo>
                      <a:cubicBezTo>
                        <a:pt x="35997" y="154729"/>
                        <a:pt x="103125" y="275729"/>
                        <a:pt x="164891" y="345340"/>
                      </a:cubicBezTo>
                      <a:cubicBezTo>
                        <a:pt x="259725" y="455069"/>
                        <a:pt x="425162" y="512962"/>
                        <a:pt x="531167" y="510082"/>
                      </a:cubicBezTo>
                      <a:cubicBezTo>
                        <a:pt x="555744" y="509883"/>
                        <a:pt x="550829" y="547221"/>
                        <a:pt x="528039" y="547022"/>
                      </a:cubicBezTo>
                      <a:cubicBezTo>
                        <a:pt x="419949" y="547519"/>
                        <a:pt x="273429" y="516735"/>
                        <a:pt x="139867" y="375130"/>
                      </a:cubicBezTo>
                      <a:cubicBezTo>
                        <a:pt x="85350" y="312173"/>
                        <a:pt x="0" y="200955"/>
                        <a:pt x="0" y="15557"/>
                      </a:cubicBezTo>
                      <a:cubicBezTo>
                        <a:pt x="99" y="4808"/>
                        <a:pt x="9471" y="-244"/>
                        <a:pt x="18843" y="10"/>
                      </a:cubicBezTo>
                      <a:close/>
                      <a:moveTo>
                        <a:pt x="361357" y="3"/>
                      </a:moveTo>
                      <a:cubicBezTo>
                        <a:pt x="370360" y="-117"/>
                        <a:pt x="379364" y="7170"/>
                        <a:pt x="379427" y="22811"/>
                      </a:cubicBezTo>
                      <a:cubicBezTo>
                        <a:pt x="379608" y="73981"/>
                        <a:pt x="395801" y="92977"/>
                        <a:pt x="416799" y="121134"/>
                      </a:cubicBezTo>
                      <a:cubicBezTo>
                        <a:pt x="452945" y="158363"/>
                        <a:pt x="498462" y="168336"/>
                        <a:pt x="530986" y="167238"/>
                      </a:cubicBezTo>
                      <a:cubicBezTo>
                        <a:pt x="549400" y="166950"/>
                        <a:pt x="557131" y="203036"/>
                        <a:pt x="528863" y="205554"/>
                      </a:cubicBezTo>
                      <a:cubicBezTo>
                        <a:pt x="486854" y="205743"/>
                        <a:pt x="443561" y="201449"/>
                        <a:pt x="395749" y="150171"/>
                      </a:cubicBezTo>
                      <a:cubicBezTo>
                        <a:pt x="351991" y="102452"/>
                        <a:pt x="343809" y="62263"/>
                        <a:pt x="342870" y="38961"/>
                      </a:cubicBezTo>
                      <a:cubicBezTo>
                        <a:pt x="342557" y="31194"/>
                        <a:pt x="343049" y="25303"/>
                        <a:pt x="343296" y="21634"/>
                      </a:cubicBezTo>
                      <a:cubicBezTo>
                        <a:pt x="343354" y="7649"/>
                        <a:pt x="352355" y="122"/>
                        <a:pt x="361357" y="3"/>
                      </a:cubicBezTo>
                      <a:close/>
                    </a:path>
                  </a:pathLst>
                </a:custGeom>
                <a:solidFill>
                  <a:srgbClr val="0072C6"/>
                </a:solidFill>
                <a:ln w="25400" cap="flat" cmpd="sng" algn="ctr">
                  <a:noFill/>
                  <a:prstDash val="solid"/>
                </a:ln>
                <a:effectLst/>
              </p:spPr>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marL="0" marR="0" lvl="0" indent="0" algn="r" defTabSz="93231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Segoe UI"/>
                    <a:ea typeface="+mn-ea"/>
                    <a:cs typeface="+mn-cs"/>
                  </a:endParaRPr>
                </a:p>
              </p:txBody>
            </p:sp>
            <p:sp>
              <p:nvSpPr>
                <p:cNvPr id="42" name="Freeform 41"/>
                <p:cNvSpPr/>
                <p:nvPr/>
              </p:nvSpPr>
              <p:spPr bwMode="auto">
                <a:xfrm>
                  <a:off x="7514334" y="5118687"/>
                  <a:ext cx="2115769" cy="352627"/>
                </a:xfrm>
                <a:custGeom>
                  <a:avLst/>
                  <a:gdLst>
                    <a:gd name="connsiteX0" fmla="*/ 357077 w 828676"/>
                    <a:gd name="connsiteY0" fmla="*/ 60274 h 138112"/>
                    <a:gd name="connsiteX1" fmla="*/ 337209 w 828676"/>
                    <a:gd name="connsiteY1" fmla="*/ 105993 h 138112"/>
                    <a:gd name="connsiteX2" fmla="*/ 491468 w 828676"/>
                    <a:gd name="connsiteY2" fmla="*/ 105993 h 138112"/>
                    <a:gd name="connsiteX3" fmla="*/ 471600 w 828676"/>
                    <a:gd name="connsiteY3" fmla="*/ 60274 h 138112"/>
                    <a:gd name="connsiteX4" fmla="*/ 98102 w 828676"/>
                    <a:gd name="connsiteY4" fmla="*/ 0 h 138112"/>
                    <a:gd name="connsiteX5" fmla="*/ 125736 w 828676"/>
                    <a:gd name="connsiteY5" fmla="*/ 0 h 138112"/>
                    <a:gd name="connsiteX6" fmla="*/ 127522 w 828676"/>
                    <a:gd name="connsiteY6" fmla="*/ 7143 h 138112"/>
                    <a:gd name="connsiteX7" fmla="*/ 701154 w 828676"/>
                    <a:gd name="connsiteY7" fmla="*/ 7143 h 138112"/>
                    <a:gd name="connsiteX8" fmla="*/ 702940 w 828676"/>
                    <a:gd name="connsiteY8" fmla="*/ 0 h 138112"/>
                    <a:gd name="connsiteX9" fmla="*/ 730574 w 828676"/>
                    <a:gd name="connsiteY9" fmla="*/ 0 h 138112"/>
                    <a:gd name="connsiteX10" fmla="*/ 732360 w 828676"/>
                    <a:gd name="connsiteY10" fmla="*/ 7143 h 138112"/>
                    <a:gd name="connsiteX11" fmla="*/ 764381 w 828676"/>
                    <a:gd name="connsiteY11" fmla="*/ 7143 h 138112"/>
                    <a:gd name="connsiteX12" fmla="*/ 828676 w 828676"/>
                    <a:gd name="connsiteY12" fmla="*/ 92869 h 138112"/>
                    <a:gd name="connsiteX13" fmla="*/ 828676 w 828676"/>
                    <a:gd name="connsiteY13" fmla="*/ 100732 h 138112"/>
                    <a:gd name="connsiteX14" fmla="*/ 791296 w 828676"/>
                    <a:gd name="connsiteY14" fmla="*/ 138112 h 138112"/>
                    <a:gd name="connsiteX15" fmla="*/ 37380 w 828676"/>
                    <a:gd name="connsiteY15" fmla="*/ 138112 h 138112"/>
                    <a:gd name="connsiteX16" fmla="*/ 0 w 828676"/>
                    <a:gd name="connsiteY16" fmla="*/ 100732 h 138112"/>
                    <a:gd name="connsiteX17" fmla="*/ 0 w 828676"/>
                    <a:gd name="connsiteY17" fmla="*/ 92869 h 138112"/>
                    <a:gd name="connsiteX18" fmla="*/ 64295 w 828676"/>
                    <a:gd name="connsiteY18" fmla="*/ 7143 h 138112"/>
                    <a:gd name="connsiteX19" fmla="*/ 96316 w 828676"/>
                    <a:gd name="connsiteY19" fmla="*/ 7143 h 1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28676" h="138112">
                      <a:moveTo>
                        <a:pt x="357077" y="60274"/>
                      </a:moveTo>
                      <a:lnTo>
                        <a:pt x="337209" y="105993"/>
                      </a:lnTo>
                      <a:lnTo>
                        <a:pt x="491468" y="105993"/>
                      </a:lnTo>
                      <a:lnTo>
                        <a:pt x="471600" y="60274"/>
                      </a:lnTo>
                      <a:close/>
                      <a:moveTo>
                        <a:pt x="98102" y="0"/>
                      </a:moveTo>
                      <a:lnTo>
                        <a:pt x="125736" y="0"/>
                      </a:lnTo>
                      <a:lnTo>
                        <a:pt x="127522" y="7143"/>
                      </a:lnTo>
                      <a:lnTo>
                        <a:pt x="701154" y="7143"/>
                      </a:lnTo>
                      <a:lnTo>
                        <a:pt x="702940" y="0"/>
                      </a:lnTo>
                      <a:lnTo>
                        <a:pt x="730574" y="0"/>
                      </a:lnTo>
                      <a:lnTo>
                        <a:pt x="732360" y="7143"/>
                      </a:lnTo>
                      <a:lnTo>
                        <a:pt x="764381" y="7143"/>
                      </a:lnTo>
                      <a:lnTo>
                        <a:pt x="828676" y="92869"/>
                      </a:lnTo>
                      <a:lnTo>
                        <a:pt x="828676" y="100732"/>
                      </a:lnTo>
                      <a:cubicBezTo>
                        <a:pt x="828676" y="121376"/>
                        <a:pt x="811940" y="138112"/>
                        <a:pt x="791296" y="138112"/>
                      </a:cubicBezTo>
                      <a:lnTo>
                        <a:pt x="37380" y="138112"/>
                      </a:lnTo>
                      <a:cubicBezTo>
                        <a:pt x="16736" y="138112"/>
                        <a:pt x="0" y="121376"/>
                        <a:pt x="0" y="100732"/>
                      </a:cubicBezTo>
                      <a:lnTo>
                        <a:pt x="0" y="92869"/>
                      </a:lnTo>
                      <a:lnTo>
                        <a:pt x="64295" y="7143"/>
                      </a:lnTo>
                      <a:lnTo>
                        <a:pt x="96316" y="7143"/>
                      </a:lnTo>
                      <a:close/>
                    </a:path>
                  </a:pathLst>
                </a:custGeom>
                <a:solidFill>
                  <a:srgbClr val="FF8C0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Freeform 42"/>
                <p:cNvSpPr/>
                <p:nvPr/>
              </p:nvSpPr>
              <p:spPr bwMode="auto">
                <a:xfrm>
                  <a:off x="7692514" y="3926757"/>
                  <a:ext cx="1781380" cy="1153115"/>
                </a:xfrm>
                <a:custGeom>
                  <a:avLst/>
                  <a:gdLst>
                    <a:gd name="connsiteX0" fmla="*/ 45098 w 697707"/>
                    <a:gd name="connsiteY0" fmla="*/ 24180 h 451636"/>
                    <a:gd name="connsiteX1" fmla="*/ 28507 w 697707"/>
                    <a:gd name="connsiteY1" fmla="*/ 40771 h 451636"/>
                    <a:gd name="connsiteX2" fmla="*/ 28507 w 697707"/>
                    <a:gd name="connsiteY2" fmla="*/ 410866 h 451636"/>
                    <a:gd name="connsiteX3" fmla="*/ 45098 w 697707"/>
                    <a:gd name="connsiteY3" fmla="*/ 427457 h 451636"/>
                    <a:gd name="connsiteX4" fmla="*/ 652608 w 697707"/>
                    <a:gd name="connsiteY4" fmla="*/ 427457 h 451636"/>
                    <a:gd name="connsiteX5" fmla="*/ 669199 w 697707"/>
                    <a:gd name="connsiteY5" fmla="*/ 410866 h 451636"/>
                    <a:gd name="connsiteX6" fmla="*/ 669199 w 697707"/>
                    <a:gd name="connsiteY6" fmla="*/ 40771 h 451636"/>
                    <a:gd name="connsiteX7" fmla="*/ 652608 w 697707"/>
                    <a:gd name="connsiteY7" fmla="*/ 24180 h 451636"/>
                    <a:gd name="connsiteX8" fmla="*/ 348853 w 697707"/>
                    <a:gd name="connsiteY8" fmla="*/ 2364 h 451636"/>
                    <a:gd name="connsiteX9" fmla="*/ 339709 w 697707"/>
                    <a:gd name="connsiteY9" fmla="*/ 11508 h 451636"/>
                    <a:gd name="connsiteX10" fmla="*/ 348853 w 697707"/>
                    <a:gd name="connsiteY10" fmla="*/ 20652 h 451636"/>
                    <a:gd name="connsiteX11" fmla="*/ 357997 w 697707"/>
                    <a:gd name="connsiteY11" fmla="*/ 11508 h 451636"/>
                    <a:gd name="connsiteX12" fmla="*/ 348853 w 697707"/>
                    <a:gd name="connsiteY12" fmla="*/ 2364 h 451636"/>
                    <a:gd name="connsiteX13" fmla="*/ 28954 w 697707"/>
                    <a:gd name="connsiteY13" fmla="*/ 0 h 451636"/>
                    <a:gd name="connsiteX14" fmla="*/ 668753 w 697707"/>
                    <a:gd name="connsiteY14" fmla="*/ 0 h 451636"/>
                    <a:gd name="connsiteX15" fmla="*/ 697707 w 697707"/>
                    <a:gd name="connsiteY15" fmla="*/ 28954 h 451636"/>
                    <a:gd name="connsiteX16" fmla="*/ 697707 w 697707"/>
                    <a:gd name="connsiteY16" fmla="*/ 422682 h 451636"/>
                    <a:gd name="connsiteX17" fmla="*/ 668753 w 697707"/>
                    <a:gd name="connsiteY17" fmla="*/ 451636 h 451636"/>
                    <a:gd name="connsiteX18" fmla="*/ 28954 w 697707"/>
                    <a:gd name="connsiteY18" fmla="*/ 451636 h 451636"/>
                    <a:gd name="connsiteX19" fmla="*/ 0 w 697707"/>
                    <a:gd name="connsiteY19" fmla="*/ 422682 h 451636"/>
                    <a:gd name="connsiteX20" fmla="*/ 0 w 697707"/>
                    <a:gd name="connsiteY20" fmla="*/ 28954 h 451636"/>
                    <a:gd name="connsiteX21" fmla="*/ 28954 w 697707"/>
                    <a:gd name="connsiteY21" fmla="*/ 0 h 45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7707" h="451636">
                      <a:moveTo>
                        <a:pt x="45098" y="24180"/>
                      </a:moveTo>
                      <a:cubicBezTo>
                        <a:pt x="35935" y="24180"/>
                        <a:pt x="28507" y="31608"/>
                        <a:pt x="28507" y="40771"/>
                      </a:cubicBezTo>
                      <a:lnTo>
                        <a:pt x="28507" y="410866"/>
                      </a:lnTo>
                      <a:cubicBezTo>
                        <a:pt x="28507" y="420029"/>
                        <a:pt x="35935" y="427457"/>
                        <a:pt x="45098" y="427457"/>
                      </a:cubicBezTo>
                      <a:lnTo>
                        <a:pt x="652608" y="427457"/>
                      </a:lnTo>
                      <a:cubicBezTo>
                        <a:pt x="661771" y="427457"/>
                        <a:pt x="669199" y="420029"/>
                        <a:pt x="669199" y="410866"/>
                      </a:cubicBezTo>
                      <a:lnTo>
                        <a:pt x="669199" y="40771"/>
                      </a:lnTo>
                      <a:cubicBezTo>
                        <a:pt x="669199" y="31608"/>
                        <a:pt x="661771" y="24180"/>
                        <a:pt x="652608" y="24180"/>
                      </a:cubicBezTo>
                      <a:close/>
                      <a:moveTo>
                        <a:pt x="348853" y="2364"/>
                      </a:moveTo>
                      <a:cubicBezTo>
                        <a:pt x="343803" y="2364"/>
                        <a:pt x="339709" y="6458"/>
                        <a:pt x="339709" y="11508"/>
                      </a:cubicBezTo>
                      <a:cubicBezTo>
                        <a:pt x="339709" y="16558"/>
                        <a:pt x="343803" y="20652"/>
                        <a:pt x="348853" y="20652"/>
                      </a:cubicBezTo>
                      <a:cubicBezTo>
                        <a:pt x="353903" y="20652"/>
                        <a:pt x="357997" y="16558"/>
                        <a:pt x="357997" y="11508"/>
                      </a:cubicBezTo>
                      <a:cubicBezTo>
                        <a:pt x="357997" y="6458"/>
                        <a:pt x="353903" y="2364"/>
                        <a:pt x="348853" y="2364"/>
                      </a:cubicBezTo>
                      <a:close/>
                      <a:moveTo>
                        <a:pt x="28954" y="0"/>
                      </a:moveTo>
                      <a:lnTo>
                        <a:pt x="668753" y="0"/>
                      </a:lnTo>
                      <a:cubicBezTo>
                        <a:pt x="684744" y="0"/>
                        <a:pt x="697707" y="12963"/>
                        <a:pt x="697707" y="28954"/>
                      </a:cubicBezTo>
                      <a:lnTo>
                        <a:pt x="697707" y="422682"/>
                      </a:lnTo>
                      <a:cubicBezTo>
                        <a:pt x="697707" y="438673"/>
                        <a:pt x="684744" y="451636"/>
                        <a:pt x="668753" y="451636"/>
                      </a:cubicBezTo>
                      <a:lnTo>
                        <a:pt x="28954" y="451636"/>
                      </a:lnTo>
                      <a:cubicBezTo>
                        <a:pt x="12963" y="451636"/>
                        <a:pt x="0" y="438673"/>
                        <a:pt x="0" y="422682"/>
                      </a:cubicBezTo>
                      <a:lnTo>
                        <a:pt x="0" y="28954"/>
                      </a:lnTo>
                      <a:cubicBezTo>
                        <a:pt x="0" y="12963"/>
                        <a:pt x="12963" y="0"/>
                        <a:pt x="28954" y="0"/>
                      </a:cubicBezTo>
                      <a:close/>
                    </a:path>
                  </a:pathLst>
                </a:custGeom>
                <a:solidFill>
                  <a:srgbClr val="FF8C0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sp>
          <p:nvSpPr>
            <p:cNvPr id="49" name="Rectangle 4"/>
            <p:cNvSpPr/>
            <p:nvPr/>
          </p:nvSpPr>
          <p:spPr>
            <a:xfrm>
              <a:off x="3569092" y="3363862"/>
              <a:ext cx="408495" cy="388498"/>
            </a:xfrm>
            <a:custGeom>
              <a:avLst/>
              <a:gdLst/>
              <a:ahLst/>
              <a:cxnLst/>
              <a:rect l="l" t="t" r="r" b="b"/>
              <a:pathLst>
                <a:path w="2253672" h="2154513">
                  <a:moveTo>
                    <a:pt x="1738560" y="1548363"/>
                  </a:moveTo>
                  <a:lnTo>
                    <a:pt x="1738560" y="1758675"/>
                  </a:lnTo>
                  <a:lnTo>
                    <a:pt x="2104320" y="1758675"/>
                  </a:lnTo>
                  <a:lnTo>
                    <a:pt x="2104320" y="1548363"/>
                  </a:lnTo>
                  <a:close/>
                  <a:moveTo>
                    <a:pt x="1738560" y="1261283"/>
                  </a:moveTo>
                  <a:lnTo>
                    <a:pt x="1738560" y="1471595"/>
                  </a:lnTo>
                  <a:lnTo>
                    <a:pt x="2104320" y="1471595"/>
                  </a:lnTo>
                  <a:lnTo>
                    <a:pt x="2104320" y="1261283"/>
                  </a:lnTo>
                  <a:close/>
                  <a:moveTo>
                    <a:pt x="1738560" y="974205"/>
                  </a:moveTo>
                  <a:lnTo>
                    <a:pt x="1738560" y="1184517"/>
                  </a:lnTo>
                  <a:lnTo>
                    <a:pt x="2104320" y="1184517"/>
                  </a:lnTo>
                  <a:lnTo>
                    <a:pt x="2104320" y="974205"/>
                  </a:lnTo>
                  <a:close/>
                  <a:moveTo>
                    <a:pt x="1738560" y="687127"/>
                  </a:moveTo>
                  <a:lnTo>
                    <a:pt x="1738560" y="897439"/>
                  </a:lnTo>
                  <a:lnTo>
                    <a:pt x="2104320" y="897439"/>
                  </a:lnTo>
                  <a:lnTo>
                    <a:pt x="2104320" y="687127"/>
                  </a:lnTo>
                  <a:close/>
                  <a:moveTo>
                    <a:pt x="927711" y="672099"/>
                  </a:moveTo>
                  <a:lnTo>
                    <a:pt x="770548" y="681624"/>
                  </a:lnTo>
                  <a:lnTo>
                    <a:pt x="653867" y="953087"/>
                  </a:lnTo>
                  <a:lnTo>
                    <a:pt x="556236" y="691149"/>
                  </a:lnTo>
                  <a:lnTo>
                    <a:pt x="403836" y="698293"/>
                  </a:lnTo>
                  <a:lnTo>
                    <a:pt x="565761" y="1065006"/>
                  </a:lnTo>
                  <a:lnTo>
                    <a:pt x="387167" y="1431718"/>
                  </a:lnTo>
                  <a:lnTo>
                    <a:pt x="541948" y="1438862"/>
                  </a:lnTo>
                  <a:lnTo>
                    <a:pt x="653867" y="1176924"/>
                  </a:lnTo>
                  <a:lnTo>
                    <a:pt x="768167" y="1455531"/>
                  </a:lnTo>
                  <a:lnTo>
                    <a:pt x="932473" y="1457912"/>
                  </a:lnTo>
                  <a:lnTo>
                    <a:pt x="744354" y="1065006"/>
                  </a:lnTo>
                  <a:close/>
                  <a:moveTo>
                    <a:pt x="1738560" y="400049"/>
                  </a:moveTo>
                  <a:lnTo>
                    <a:pt x="1738560" y="610361"/>
                  </a:lnTo>
                  <a:lnTo>
                    <a:pt x="2104320" y="610361"/>
                  </a:lnTo>
                  <a:lnTo>
                    <a:pt x="2104320" y="400049"/>
                  </a:lnTo>
                  <a:close/>
                  <a:moveTo>
                    <a:pt x="1357560" y="249239"/>
                  </a:moveTo>
                  <a:lnTo>
                    <a:pt x="2230092" y="249239"/>
                  </a:lnTo>
                  <a:cubicBezTo>
                    <a:pt x="2243115" y="249239"/>
                    <a:pt x="2253672" y="259796"/>
                    <a:pt x="2253672" y="272819"/>
                  </a:cubicBezTo>
                  <a:lnTo>
                    <a:pt x="2253672" y="1880723"/>
                  </a:lnTo>
                  <a:cubicBezTo>
                    <a:pt x="2253672" y="1893746"/>
                    <a:pt x="2243115" y="1904303"/>
                    <a:pt x="2230092" y="1904303"/>
                  </a:cubicBezTo>
                  <a:lnTo>
                    <a:pt x="1357560" y="1904303"/>
                  </a:lnTo>
                  <a:lnTo>
                    <a:pt x="1357560" y="1758675"/>
                  </a:lnTo>
                  <a:lnTo>
                    <a:pt x="1677600" y="1758675"/>
                  </a:lnTo>
                  <a:lnTo>
                    <a:pt x="1677600" y="1548363"/>
                  </a:lnTo>
                  <a:lnTo>
                    <a:pt x="1357560" y="1548363"/>
                  </a:lnTo>
                  <a:lnTo>
                    <a:pt x="1357560" y="1471595"/>
                  </a:lnTo>
                  <a:lnTo>
                    <a:pt x="1677600" y="1471595"/>
                  </a:lnTo>
                  <a:lnTo>
                    <a:pt x="1677600" y="1261283"/>
                  </a:lnTo>
                  <a:lnTo>
                    <a:pt x="1357560" y="1261283"/>
                  </a:lnTo>
                  <a:lnTo>
                    <a:pt x="1357560" y="1184517"/>
                  </a:lnTo>
                  <a:lnTo>
                    <a:pt x="1677600" y="1184517"/>
                  </a:lnTo>
                  <a:lnTo>
                    <a:pt x="1677600" y="974205"/>
                  </a:lnTo>
                  <a:lnTo>
                    <a:pt x="1357560" y="974205"/>
                  </a:lnTo>
                  <a:lnTo>
                    <a:pt x="1357560" y="897439"/>
                  </a:lnTo>
                  <a:lnTo>
                    <a:pt x="1677600" y="897439"/>
                  </a:lnTo>
                  <a:lnTo>
                    <a:pt x="1677600" y="687127"/>
                  </a:lnTo>
                  <a:lnTo>
                    <a:pt x="1357560" y="687127"/>
                  </a:lnTo>
                  <a:lnTo>
                    <a:pt x="1357560" y="610361"/>
                  </a:lnTo>
                  <a:lnTo>
                    <a:pt x="1677600" y="610361"/>
                  </a:lnTo>
                  <a:lnTo>
                    <a:pt x="1677600" y="400049"/>
                  </a:lnTo>
                  <a:lnTo>
                    <a:pt x="1357560" y="400049"/>
                  </a:lnTo>
                  <a:close/>
                  <a:moveTo>
                    <a:pt x="1298713" y="0"/>
                  </a:moveTo>
                  <a:lnTo>
                    <a:pt x="1298713" y="2154513"/>
                  </a:lnTo>
                  <a:lnTo>
                    <a:pt x="0" y="1932953"/>
                  </a:lnTo>
                  <a:lnTo>
                    <a:pt x="0" y="223423"/>
                  </a:lnTo>
                  <a:close/>
                </a:path>
              </a:pathLst>
            </a:custGeom>
            <a:solidFill>
              <a:schemeClr val="bg1"/>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endParaRPr>
            </a:p>
          </p:txBody>
        </p:sp>
        <p:sp>
          <p:nvSpPr>
            <p:cNvPr id="58" name="Rectangle 4"/>
            <p:cNvSpPr/>
            <p:nvPr/>
          </p:nvSpPr>
          <p:spPr>
            <a:xfrm>
              <a:off x="2113447" y="3352001"/>
              <a:ext cx="419098" cy="373523"/>
            </a:xfrm>
            <a:custGeom>
              <a:avLst/>
              <a:gdLst/>
              <a:ahLst/>
              <a:cxnLst/>
              <a:rect l="l" t="t" r="r" b="b"/>
              <a:pathLst>
                <a:path w="2258008" h="2158661">
                  <a:moveTo>
                    <a:pt x="1054866" y="676730"/>
                  </a:moveTo>
                  <a:lnTo>
                    <a:pt x="905641" y="683080"/>
                  </a:lnTo>
                  <a:lnTo>
                    <a:pt x="810391" y="1245055"/>
                  </a:lnTo>
                  <a:lnTo>
                    <a:pt x="702441" y="695780"/>
                  </a:lnTo>
                  <a:lnTo>
                    <a:pt x="562741" y="708480"/>
                  </a:lnTo>
                  <a:lnTo>
                    <a:pt x="451616" y="1238705"/>
                  </a:lnTo>
                  <a:lnTo>
                    <a:pt x="369066" y="721180"/>
                  </a:lnTo>
                  <a:lnTo>
                    <a:pt x="238891" y="730705"/>
                  </a:lnTo>
                  <a:lnTo>
                    <a:pt x="375416" y="1438730"/>
                  </a:lnTo>
                  <a:lnTo>
                    <a:pt x="518291" y="1448255"/>
                  </a:lnTo>
                  <a:lnTo>
                    <a:pt x="626241" y="937080"/>
                  </a:lnTo>
                  <a:lnTo>
                    <a:pt x="727841" y="1460955"/>
                  </a:lnTo>
                  <a:lnTo>
                    <a:pt x="883416" y="1470480"/>
                  </a:lnTo>
                  <a:close/>
                  <a:moveTo>
                    <a:pt x="1360172" y="249719"/>
                  </a:moveTo>
                  <a:lnTo>
                    <a:pt x="2234383" y="249719"/>
                  </a:lnTo>
                  <a:cubicBezTo>
                    <a:pt x="2247431" y="249719"/>
                    <a:pt x="2258008" y="260296"/>
                    <a:pt x="2258008" y="273344"/>
                  </a:cubicBezTo>
                  <a:lnTo>
                    <a:pt x="2258008" y="1884344"/>
                  </a:lnTo>
                  <a:cubicBezTo>
                    <a:pt x="2258008" y="1897392"/>
                    <a:pt x="2247431" y="1907969"/>
                    <a:pt x="2234383" y="1907969"/>
                  </a:cubicBezTo>
                  <a:lnTo>
                    <a:pt x="1360172" y="1907969"/>
                  </a:lnTo>
                  <a:lnTo>
                    <a:pt x="1360172" y="1703105"/>
                  </a:lnTo>
                  <a:lnTo>
                    <a:pt x="2054991" y="1703105"/>
                  </a:lnTo>
                  <a:lnTo>
                    <a:pt x="2054991" y="1602521"/>
                  </a:lnTo>
                  <a:lnTo>
                    <a:pt x="1360172" y="1602521"/>
                  </a:lnTo>
                  <a:lnTo>
                    <a:pt x="1360172" y="1474130"/>
                  </a:lnTo>
                  <a:lnTo>
                    <a:pt x="2054991" y="1474130"/>
                  </a:lnTo>
                  <a:lnTo>
                    <a:pt x="2054991" y="1373546"/>
                  </a:lnTo>
                  <a:lnTo>
                    <a:pt x="1360172" y="1373546"/>
                  </a:lnTo>
                  <a:lnTo>
                    <a:pt x="1360172" y="1245157"/>
                  </a:lnTo>
                  <a:lnTo>
                    <a:pt x="2054991" y="1245157"/>
                  </a:lnTo>
                  <a:lnTo>
                    <a:pt x="2054991" y="1144573"/>
                  </a:lnTo>
                  <a:lnTo>
                    <a:pt x="1360172" y="1144573"/>
                  </a:lnTo>
                  <a:lnTo>
                    <a:pt x="1360172" y="1016184"/>
                  </a:lnTo>
                  <a:lnTo>
                    <a:pt x="2054991" y="1016184"/>
                  </a:lnTo>
                  <a:lnTo>
                    <a:pt x="2054991" y="915600"/>
                  </a:lnTo>
                  <a:lnTo>
                    <a:pt x="1360172" y="915600"/>
                  </a:lnTo>
                  <a:lnTo>
                    <a:pt x="1360172" y="787211"/>
                  </a:lnTo>
                  <a:lnTo>
                    <a:pt x="2054991" y="787211"/>
                  </a:lnTo>
                  <a:lnTo>
                    <a:pt x="2054991" y="686627"/>
                  </a:lnTo>
                  <a:lnTo>
                    <a:pt x="1360172" y="686627"/>
                  </a:lnTo>
                  <a:lnTo>
                    <a:pt x="1360172" y="558238"/>
                  </a:lnTo>
                  <a:lnTo>
                    <a:pt x="2054991" y="558238"/>
                  </a:lnTo>
                  <a:lnTo>
                    <a:pt x="2054991" y="457654"/>
                  </a:lnTo>
                  <a:lnTo>
                    <a:pt x="1360172" y="457654"/>
                  </a:lnTo>
                  <a:close/>
                  <a:moveTo>
                    <a:pt x="1301212" y="0"/>
                  </a:moveTo>
                  <a:lnTo>
                    <a:pt x="1301212" y="2158661"/>
                  </a:lnTo>
                  <a:lnTo>
                    <a:pt x="0" y="1936675"/>
                  </a:lnTo>
                  <a:lnTo>
                    <a:pt x="0" y="223853"/>
                  </a:lnTo>
                  <a:close/>
                </a:path>
              </a:pathLst>
            </a:custGeom>
            <a:solidFill>
              <a:schemeClr val="bg1"/>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endParaRPr>
            </a:p>
          </p:txBody>
        </p:sp>
        <p:sp>
          <p:nvSpPr>
            <p:cNvPr id="60" name="Rectangle 4"/>
            <p:cNvSpPr/>
            <p:nvPr/>
          </p:nvSpPr>
          <p:spPr>
            <a:xfrm>
              <a:off x="1243157" y="5166345"/>
              <a:ext cx="466920" cy="433578"/>
            </a:xfrm>
            <a:custGeom>
              <a:avLst/>
              <a:gdLst/>
              <a:ahLst/>
              <a:cxnLst/>
              <a:rect l="l" t="t" r="r" b="b"/>
              <a:pathLst>
                <a:path w="2258008" h="2158661">
                  <a:moveTo>
                    <a:pt x="1054866" y="676730"/>
                  </a:moveTo>
                  <a:lnTo>
                    <a:pt x="905641" y="683080"/>
                  </a:lnTo>
                  <a:lnTo>
                    <a:pt x="810391" y="1245055"/>
                  </a:lnTo>
                  <a:lnTo>
                    <a:pt x="702441" y="695780"/>
                  </a:lnTo>
                  <a:lnTo>
                    <a:pt x="562741" y="708480"/>
                  </a:lnTo>
                  <a:lnTo>
                    <a:pt x="451616" y="1238705"/>
                  </a:lnTo>
                  <a:lnTo>
                    <a:pt x="369066" y="721180"/>
                  </a:lnTo>
                  <a:lnTo>
                    <a:pt x="238891" y="730705"/>
                  </a:lnTo>
                  <a:lnTo>
                    <a:pt x="375416" y="1438730"/>
                  </a:lnTo>
                  <a:lnTo>
                    <a:pt x="518291" y="1448255"/>
                  </a:lnTo>
                  <a:lnTo>
                    <a:pt x="626241" y="937080"/>
                  </a:lnTo>
                  <a:lnTo>
                    <a:pt x="727841" y="1460955"/>
                  </a:lnTo>
                  <a:lnTo>
                    <a:pt x="883416" y="1470480"/>
                  </a:lnTo>
                  <a:close/>
                  <a:moveTo>
                    <a:pt x="1360172" y="249719"/>
                  </a:moveTo>
                  <a:lnTo>
                    <a:pt x="2234383" y="249719"/>
                  </a:lnTo>
                  <a:cubicBezTo>
                    <a:pt x="2247431" y="249719"/>
                    <a:pt x="2258008" y="260296"/>
                    <a:pt x="2258008" y="273344"/>
                  </a:cubicBezTo>
                  <a:lnTo>
                    <a:pt x="2258008" y="1884344"/>
                  </a:lnTo>
                  <a:cubicBezTo>
                    <a:pt x="2258008" y="1897392"/>
                    <a:pt x="2247431" y="1907969"/>
                    <a:pt x="2234383" y="1907969"/>
                  </a:cubicBezTo>
                  <a:lnTo>
                    <a:pt x="1360172" y="1907969"/>
                  </a:lnTo>
                  <a:lnTo>
                    <a:pt x="1360172" y="1703105"/>
                  </a:lnTo>
                  <a:lnTo>
                    <a:pt x="2054991" y="1703105"/>
                  </a:lnTo>
                  <a:lnTo>
                    <a:pt x="2054991" y="1602521"/>
                  </a:lnTo>
                  <a:lnTo>
                    <a:pt x="1360172" y="1602521"/>
                  </a:lnTo>
                  <a:lnTo>
                    <a:pt x="1360172" y="1474130"/>
                  </a:lnTo>
                  <a:lnTo>
                    <a:pt x="2054991" y="1474130"/>
                  </a:lnTo>
                  <a:lnTo>
                    <a:pt x="2054991" y="1373546"/>
                  </a:lnTo>
                  <a:lnTo>
                    <a:pt x="1360172" y="1373546"/>
                  </a:lnTo>
                  <a:lnTo>
                    <a:pt x="1360172" y="1245157"/>
                  </a:lnTo>
                  <a:lnTo>
                    <a:pt x="2054991" y="1245157"/>
                  </a:lnTo>
                  <a:lnTo>
                    <a:pt x="2054991" y="1144573"/>
                  </a:lnTo>
                  <a:lnTo>
                    <a:pt x="1360172" y="1144573"/>
                  </a:lnTo>
                  <a:lnTo>
                    <a:pt x="1360172" y="1016184"/>
                  </a:lnTo>
                  <a:lnTo>
                    <a:pt x="2054991" y="1016184"/>
                  </a:lnTo>
                  <a:lnTo>
                    <a:pt x="2054991" y="915600"/>
                  </a:lnTo>
                  <a:lnTo>
                    <a:pt x="1360172" y="915600"/>
                  </a:lnTo>
                  <a:lnTo>
                    <a:pt x="1360172" y="787211"/>
                  </a:lnTo>
                  <a:lnTo>
                    <a:pt x="2054991" y="787211"/>
                  </a:lnTo>
                  <a:lnTo>
                    <a:pt x="2054991" y="686627"/>
                  </a:lnTo>
                  <a:lnTo>
                    <a:pt x="1360172" y="686627"/>
                  </a:lnTo>
                  <a:lnTo>
                    <a:pt x="1360172" y="558238"/>
                  </a:lnTo>
                  <a:lnTo>
                    <a:pt x="2054991" y="558238"/>
                  </a:lnTo>
                  <a:lnTo>
                    <a:pt x="2054991" y="457654"/>
                  </a:lnTo>
                  <a:lnTo>
                    <a:pt x="1360172" y="457654"/>
                  </a:lnTo>
                  <a:close/>
                  <a:moveTo>
                    <a:pt x="1301212" y="0"/>
                  </a:moveTo>
                  <a:lnTo>
                    <a:pt x="1301212" y="2158661"/>
                  </a:lnTo>
                  <a:lnTo>
                    <a:pt x="0" y="1936675"/>
                  </a:lnTo>
                  <a:lnTo>
                    <a:pt x="0" y="223853"/>
                  </a:lnTo>
                  <a:close/>
                </a:path>
              </a:pathLst>
            </a:custGeom>
            <a:solidFill>
              <a:srgbClr val="002060"/>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Segoe UI"/>
                <a:ea typeface="+mn-ea"/>
                <a:cs typeface="+mn-cs"/>
              </a:endParaRPr>
            </a:p>
          </p:txBody>
        </p:sp>
        <p:sp>
          <p:nvSpPr>
            <p:cNvPr id="61" name="Rectangle 4"/>
            <p:cNvSpPr/>
            <p:nvPr/>
          </p:nvSpPr>
          <p:spPr>
            <a:xfrm>
              <a:off x="4452336" y="5216738"/>
              <a:ext cx="458059" cy="435637"/>
            </a:xfrm>
            <a:custGeom>
              <a:avLst/>
              <a:gdLst/>
              <a:ahLst/>
              <a:cxnLst/>
              <a:rect l="l" t="t" r="r" b="b"/>
              <a:pathLst>
                <a:path w="2253672" h="2154513">
                  <a:moveTo>
                    <a:pt x="1738560" y="1548363"/>
                  </a:moveTo>
                  <a:lnTo>
                    <a:pt x="1738560" y="1758675"/>
                  </a:lnTo>
                  <a:lnTo>
                    <a:pt x="2104320" y="1758675"/>
                  </a:lnTo>
                  <a:lnTo>
                    <a:pt x="2104320" y="1548363"/>
                  </a:lnTo>
                  <a:close/>
                  <a:moveTo>
                    <a:pt x="1738560" y="1261283"/>
                  </a:moveTo>
                  <a:lnTo>
                    <a:pt x="1738560" y="1471595"/>
                  </a:lnTo>
                  <a:lnTo>
                    <a:pt x="2104320" y="1471595"/>
                  </a:lnTo>
                  <a:lnTo>
                    <a:pt x="2104320" y="1261283"/>
                  </a:lnTo>
                  <a:close/>
                  <a:moveTo>
                    <a:pt x="1738560" y="974205"/>
                  </a:moveTo>
                  <a:lnTo>
                    <a:pt x="1738560" y="1184517"/>
                  </a:lnTo>
                  <a:lnTo>
                    <a:pt x="2104320" y="1184517"/>
                  </a:lnTo>
                  <a:lnTo>
                    <a:pt x="2104320" y="974205"/>
                  </a:lnTo>
                  <a:close/>
                  <a:moveTo>
                    <a:pt x="1738560" y="687127"/>
                  </a:moveTo>
                  <a:lnTo>
                    <a:pt x="1738560" y="897439"/>
                  </a:lnTo>
                  <a:lnTo>
                    <a:pt x="2104320" y="897439"/>
                  </a:lnTo>
                  <a:lnTo>
                    <a:pt x="2104320" y="687127"/>
                  </a:lnTo>
                  <a:close/>
                  <a:moveTo>
                    <a:pt x="927711" y="672099"/>
                  </a:moveTo>
                  <a:lnTo>
                    <a:pt x="770548" y="681624"/>
                  </a:lnTo>
                  <a:lnTo>
                    <a:pt x="653867" y="953087"/>
                  </a:lnTo>
                  <a:lnTo>
                    <a:pt x="556236" y="691149"/>
                  </a:lnTo>
                  <a:lnTo>
                    <a:pt x="403836" y="698293"/>
                  </a:lnTo>
                  <a:lnTo>
                    <a:pt x="565761" y="1065006"/>
                  </a:lnTo>
                  <a:lnTo>
                    <a:pt x="387167" y="1431718"/>
                  </a:lnTo>
                  <a:lnTo>
                    <a:pt x="541948" y="1438862"/>
                  </a:lnTo>
                  <a:lnTo>
                    <a:pt x="653867" y="1176924"/>
                  </a:lnTo>
                  <a:lnTo>
                    <a:pt x="768167" y="1455531"/>
                  </a:lnTo>
                  <a:lnTo>
                    <a:pt x="932473" y="1457912"/>
                  </a:lnTo>
                  <a:lnTo>
                    <a:pt x="744354" y="1065006"/>
                  </a:lnTo>
                  <a:close/>
                  <a:moveTo>
                    <a:pt x="1738560" y="400049"/>
                  </a:moveTo>
                  <a:lnTo>
                    <a:pt x="1738560" y="610361"/>
                  </a:lnTo>
                  <a:lnTo>
                    <a:pt x="2104320" y="610361"/>
                  </a:lnTo>
                  <a:lnTo>
                    <a:pt x="2104320" y="400049"/>
                  </a:lnTo>
                  <a:close/>
                  <a:moveTo>
                    <a:pt x="1357560" y="249239"/>
                  </a:moveTo>
                  <a:lnTo>
                    <a:pt x="2230092" y="249239"/>
                  </a:lnTo>
                  <a:cubicBezTo>
                    <a:pt x="2243115" y="249239"/>
                    <a:pt x="2253672" y="259796"/>
                    <a:pt x="2253672" y="272819"/>
                  </a:cubicBezTo>
                  <a:lnTo>
                    <a:pt x="2253672" y="1880723"/>
                  </a:lnTo>
                  <a:cubicBezTo>
                    <a:pt x="2253672" y="1893746"/>
                    <a:pt x="2243115" y="1904303"/>
                    <a:pt x="2230092" y="1904303"/>
                  </a:cubicBezTo>
                  <a:lnTo>
                    <a:pt x="1357560" y="1904303"/>
                  </a:lnTo>
                  <a:lnTo>
                    <a:pt x="1357560" y="1758675"/>
                  </a:lnTo>
                  <a:lnTo>
                    <a:pt x="1677600" y="1758675"/>
                  </a:lnTo>
                  <a:lnTo>
                    <a:pt x="1677600" y="1548363"/>
                  </a:lnTo>
                  <a:lnTo>
                    <a:pt x="1357560" y="1548363"/>
                  </a:lnTo>
                  <a:lnTo>
                    <a:pt x="1357560" y="1471595"/>
                  </a:lnTo>
                  <a:lnTo>
                    <a:pt x="1677600" y="1471595"/>
                  </a:lnTo>
                  <a:lnTo>
                    <a:pt x="1677600" y="1261283"/>
                  </a:lnTo>
                  <a:lnTo>
                    <a:pt x="1357560" y="1261283"/>
                  </a:lnTo>
                  <a:lnTo>
                    <a:pt x="1357560" y="1184517"/>
                  </a:lnTo>
                  <a:lnTo>
                    <a:pt x="1677600" y="1184517"/>
                  </a:lnTo>
                  <a:lnTo>
                    <a:pt x="1677600" y="974205"/>
                  </a:lnTo>
                  <a:lnTo>
                    <a:pt x="1357560" y="974205"/>
                  </a:lnTo>
                  <a:lnTo>
                    <a:pt x="1357560" y="897439"/>
                  </a:lnTo>
                  <a:lnTo>
                    <a:pt x="1677600" y="897439"/>
                  </a:lnTo>
                  <a:lnTo>
                    <a:pt x="1677600" y="687127"/>
                  </a:lnTo>
                  <a:lnTo>
                    <a:pt x="1357560" y="687127"/>
                  </a:lnTo>
                  <a:lnTo>
                    <a:pt x="1357560" y="610361"/>
                  </a:lnTo>
                  <a:lnTo>
                    <a:pt x="1677600" y="610361"/>
                  </a:lnTo>
                  <a:lnTo>
                    <a:pt x="1677600" y="400049"/>
                  </a:lnTo>
                  <a:lnTo>
                    <a:pt x="1357560" y="400049"/>
                  </a:lnTo>
                  <a:close/>
                  <a:moveTo>
                    <a:pt x="1298713" y="0"/>
                  </a:moveTo>
                  <a:lnTo>
                    <a:pt x="1298713" y="2154513"/>
                  </a:lnTo>
                  <a:lnTo>
                    <a:pt x="0" y="1932953"/>
                  </a:lnTo>
                  <a:lnTo>
                    <a:pt x="0" y="223423"/>
                  </a:lnTo>
                  <a:close/>
                </a:path>
              </a:pathLst>
            </a:custGeom>
            <a:solidFill>
              <a:srgbClr val="00B050"/>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Segoe UI"/>
                <a:ea typeface="+mn-ea"/>
                <a:cs typeface="+mn-cs"/>
              </a:endParaRPr>
            </a:p>
          </p:txBody>
        </p:sp>
        <p:sp>
          <p:nvSpPr>
            <p:cNvPr id="63" name="Rectangle 4"/>
            <p:cNvSpPr/>
            <p:nvPr/>
          </p:nvSpPr>
          <p:spPr>
            <a:xfrm>
              <a:off x="2807745" y="5055333"/>
              <a:ext cx="643390" cy="595390"/>
            </a:xfrm>
            <a:custGeom>
              <a:avLst/>
              <a:gdLst/>
              <a:ahLst/>
              <a:cxnLst/>
              <a:rect l="l" t="t" r="r" b="b"/>
              <a:pathLst>
                <a:path w="2249839" h="2154513">
                  <a:moveTo>
                    <a:pt x="1845025" y="1343911"/>
                  </a:moveTo>
                  <a:lnTo>
                    <a:pt x="1845025" y="1632042"/>
                  </a:lnTo>
                  <a:lnTo>
                    <a:pt x="2166495" y="1632042"/>
                  </a:lnTo>
                  <a:lnTo>
                    <a:pt x="2166495" y="1542580"/>
                  </a:lnTo>
                  <a:lnTo>
                    <a:pt x="1940771" y="1542580"/>
                  </a:lnTo>
                  <a:lnTo>
                    <a:pt x="1940771" y="1343911"/>
                  </a:lnTo>
                  <a:close/>
                  <a:moveTo>
                    <a:pt x="1910114" y="1226436"/>
                  </a:moveTo>
                  <a:cubicBezTo>
                    <a:pt x="2097739" y="1226436"/>
                    <a:pt x="2249839" y="1378536"/>
                    <a:pt x="2249839" y="1566161"/>
                  </a:cubicBezTo>
                  <a:cubicBezTo>
                    <a:pt x="2249839" y="1753786"/>
                    <a:pt x="2097739" y="1905886"/>
                    <a:pt x="1910114" y="1905886"/>
                  </a:cubicBezTo>
                  <a:cubicBezTo>
                    <a:pt x="1722489" y="1905886"/>
                    <a:pt x="1570389" y="1753786"/>
                    <a:pt x="1570389" y="1566161"/>
                  </a:cubicBezTo>
                  <a:cubicBezTo>
                    <a:pt x="1570389" y="1378536"/>
                    <a:pt x="1722489" y="1226436"/>
                    <a:pt x="1910114" y="1226436"/>
                  </a:cubicBezTo>
                  <a:close/>
                  <a:moveTo>
                    <a:pt x="598399" y="846243"/>
                  </a:moveTo>
                  <a:cubicBezTo>
                    <a:pt x="679255" y="844815"/>
                    <a:pt x="744803" y="952681"/>
                    <a:pt x="744803" y="1083980"/>
                  </a:cubicBezTo>
                  <a:cubicBezTo>
                    <a:pt x="744803" y="1215279"/>
                    <a:pt x="679256" y="1321717"/>
                    <a:pt x="598399" y="1321717"/>
                  </a:cubicBezTo>
                  <a:cubicBezTo>
                    <a:pt x="517542" y="1321717"/>
                    <a:pt x="451994" y="1215279"/>
                    <a:pt x="451994" y="1083980"/>
                  </a:cubicBezTo>
                  <a:cubicBezTo>
                    <a:pt x="451994" y="952681"/>
                    <a:pt x="517542" y="847671"/>
                    <a:pt x="598399" y="846243"/>
                  </a:cubicBezTo>
                  <a:close/>
                  <a:moveTo>
                    <a:pt x="605587" y="689066"/>
                  </a:moveTo>
                  <a:cubicBezTo>
                    <a:pt x="444485" y="691447"/>
                    <a:pt x="313884" y="866575"/>
                    <a:pt x="313884" y="1085544"/>
                  </a:cubicBezTo>
                  <a:cubicBezTo>
                    <a:pt x="313884" y="1304513"/>
                    <a:pt x="444484" y="1482022"/>
                    <a:pt x="605587" y="1482022"/>
                  </a:cubicBezTo>
                  <a:cubicBezTo>
                    <a:pt x="766690" y="1482022"/>
                    <a:pt x="897290" y="1304513"/>
                    <a:pt x="897290" y="1085544"/>
                  </a:cubicBezTo>
                  <a:cubicBezTo>
                    <a:pt x="897290" y="866575"/>
                    <a:pt x="766689" y="686685"/>
                    <a:pt x="605587" y="689066"/>
                  </a:cubicBezTo>
                  <a:close/>
                  <a:moveTo>
                    <a:pt x="2135539" y="533994"/>
                  </a:moveTo>
                  <a:lnTo>
                    <a:pt x="2135539" y="1217358"/>
                  </a:lnTo>
                  <a:cubicBezTo>
                    <a:pt x="2071819" y="1178130"/>
                    <a:pt x="1996658" y="1156586"/>
                    <a:pt x="1916464" y="1156586"/>
                  </a:cubicBezTo>
                  <a:cubicBezTo>
                    <a:pt x="1767936" y="1156586"/>
                    <a:pt x="1636669" y="1230491"/>
                    <a:pt x="1557971" y="1343911"/>
                  </a:cubicBezTo>
                  <a:lnTo>
                    <a:pt x="1349728" y="1343911"/>
                  </a:lnTo>
                  <a:lnTo>
                    <a:pt x="1349728" y="814214"/>
                  </a:lnTo>
                  <a:cubicBezTo>
                    <a:pt x="1398247" y="851356"/>
                    <a:pt x="1450870" y="892383"/>
                    <a:pt x="1511421" y="939778"/>
                  </a:cubicBezTo>
                  <a:cubicBezTo>
                    <a:pt x="1540576" y="974523"/>
                    <a:pt x="1592376" y="979055"/>
                    <a:pt x="1627120" y="949900"/>
                  </a:cubicBezTo>
                  <a:close/>
                  <a:moveTo>
                    <a:pt x="1349728" y="381885"/>
                  </a:moveTo>
                  <a:lnTo>
                    <a:pt x="2106970" y="381885"/>
                  </a:lnTo>
                  <a:cubicBezTo>
                    <a:pt x="2122748" y="381885"/>
                    <a:pt x="2135539" y="394676"/>
                    <a:pt x="2135539" y="410454"/>
                  </a:cubicBezTo>
                  <a:lnTo>
                    <a:pt x="2135539" y="425070"/>
                  </a:lnTo>
                  <a:lnTo>
                    <a:pt x="1584196" y="875416"/>
                  </a:lnTo>
                  <a:cubicBezTo>
                    <a:pt x="1576134" y="882180"/>
                    <a:pt x="1564114" y="881129"/>
                    <a:pt x="1557349" y="873067"/>
                  </a:cubicBezTo>
                  <a:cubicBezTo>
                    <a:pt x="1517580" y="841591"/>
                    <a:pt x="1434575" y="771203"/>
                    <a:pt x="1349728" y="700178"/>
                  </a:cubicBezTo>
                  <a:close/>
                  <a:moveTo>
                    <a:pt x="1298713" y="0"/>
                  </a:moveTo>
                  <a:lnTo>
                    <a:pt x="1298713" y="2154513"/>
                  </a:lnTo>
                  <a:lnTo>
                    <a:pt x="0" y="1932953"/>
                  </a:lnTo>
                  <a:lnTo>
                    <a:pt x="0" y="223423"/>
                  </a:lnTo>
                  <a:close/>
                </a:path>
              </a:pathLst>
            </a:custGeom>
            <a:solidFill>
              <a:srgbClr val="0072C6"/>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Segoe UI"/>
                <a:ea typeface="+mn-ea"/>
                <a:cs typeface="+mn-cs"/>
              </a:endParaRPr>
            </a:p>
          </p:txBody>
        </p:sp>
      </p:grpSp>
      <p:pic>
        <p:nvPicPr>
          <p:cNvPr id="34" name="Picture 3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437527" y="2287994"/>
            <a:ext cx="407054" cy="407965"/>
          </a:xfrm>
          <a:prstGeom prst="rect">
            <a:avLst/>
          </a:prstGeom>
        </p:spPr>
      </p:pic>
      <p:pic>
        <p:nvPicPr>
          <p:cNvPr id="36" name="Picture 35"/>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711092" y="2333901"/>
            <a:ext cx="414249" cy="415176"/>
          </a:xfrm>
          <a:prstGeom prst="rect">
            <a:avLst/>
          </a:prstGeom>
        </p:spPr>
      </p:pic>
      <p:pic>
        <p:nvPicPr>
          <p:cNvPr id="39" name="Picture 38"/>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2941602" y="2969564"/>
            <a:ext cx="435476" cy="436450"/>
          </a:xfrm>
          <a:prstGeom prst="rect">
            <a:avLst/>
          </a:prstGeom>
        </p:spPr>
      </p:pic>
    </p:spTree>
    <p:extLst>
      <p:ext uri="{BB962C8B-B14F-4D97-AF65-F5344CB8AC3E}">
        <p14:creationId xmlns:p14="http://schemas.microsoft.com/office/powerpoint/2010/main" val="171733208"/>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pPr algn="ctr"/>
            <a:r>
              <a:rPr lang="en-US" b="1" spc="-150" dirty="0">
                <a:latin typeface="+mj-lt"/>
              </a:rPr>
              <a:t>¡Tus </a:t>
            </a:r>
            <a:r>
              <a:rPr lang="en-US" b="1" spc="-150" dirty="0" err="1">
                <a:latin typeface="+mj-lt"/>
              </a:rPr>
              <a:t>aplicaciones</a:t>
            </a:r>
            <a:r>
              <a:rPr lang="en-US" b="1" spc="-150" dirty="0">
                <a:latin typeface="+mj-lt"/>
              </a:rPr>
              <a:t> de Office </a:t>
            </a:r>
            <a:r>
              <a:rPr lang="en-US" b="1" spc="-150" dirty="0" err="1">
                <a:latin typeface="+mj-lt"/>
              </a:rPr>
              <a:t>en</a:t>
            </a:r>
            <a:r>
              <a:rPr lang="en-US" b="1" spc="-150" dirty="0">
                <a:latin typeface="+mj-lt"/>
              </a:rPr>
              <a:t> </a:t>
            </a:r>
            <a:r>
              <a:rPr lang="en-US" b="1" spc="-150" dirty="0" err="1">
                <a:latin typeface="+mj-lt"/>
              </a:rPr>
              <a:t>todos</a:t>
            </a:r>
            <a:r>
              <a:rPr lang="en-US" b="1" spc="-150" dirty="0">
                <a:latin typeface="+mj-lt"/>
              </a:rPr>
              <a:t> </a:t>
            </a:r>
            <a:r>
              <a:rPr lang="en-US" b="1" spc="-150" dirty="0" err="1">
                <a:latin typeface="+mj-lt"/>
              </a:rPr>
              <a:t>tus</a:t>
            </a:r>
            <a:r>
              <a:rPr lang="en-US" b="1" spc="-150" dirty="0">
                <a:latin typeface="+mj-lt"/>
              </a:rPr>
              <a:t> </a:t>
            </a:r>
            <a:r>
              <a:rPr lang="en-US" b="1" spc="-150" dirty="0" err="1">
                <a:latin typeface="+mj-lt"/>
              </a:rPr>
              <a:t>dispositivos</a:t>
            </a:r>
            <a:r>
              <a:rPr lang="en-US" b="1" spc="-150" dirty="0">
                <a:latin typeface="+mj-lt"/>
              </a:rPr>
              <a:t>!</a:t>
            </a:r>
          </a:p>
        </p:txBody>
      </p:sp>
      <p:sp>
        <p:nvSpPr>
          <p:cNvPr id="6" name="Text Placeholder 5"/>
          <p:cNvSpPr>
            <a:spLocks noGrp="1"/>
          </p:cNvSpPr>
          <p:nvPr>
            <p:ph type="body" sz="quarter" idx="10"/>
          </p:nvPr>
        </p:nvSpPr>
        <p:spPr>
          <a:xfrm>
            <a:off x="534730" y="2547646"/>
            <a:ext cx="3589135" cy="3400617"/>
          </a:xfrm>
        </p:spPr>
        <p:txBody>
          <a:bodyPr/>
          <a:lstStyle/>
          <a:p>
            <a:pPr fontAlgn="ctr"/>
            <a:r>
              <a:rPr lang="en-US" sz="1800" dirty="0" err="1"/>
              <a:t>Instalá</a:t>
            </a:r>
            <a:r>
              <a:rPr lang="en-US" sz="1800" dirty="0"/>
              <a:t> las </a:t>
            </a:r>
            <a:r>
              <a:rPr lang="en-US" sz="1800" dirty="0" err="1"/>
              <a:t>aplicaciones</a:t>
            </a:r>
            <a:r>
              <a:rPr lang="en-US" sz="1800" dirty="0"/>
              <a:t> de Office </a:t>
            </a:r>
            <a:r>
              <a:rPr lang="en-US" sz="1800" dirty="0" err="1"/>
              <a:t>en</a:t>
            </a:r>
            <a:r>
              <a:rPr lang="en-US" sz="1800" dirty="0"/>
              <a:t> hasta 5 </a:t>
            </a:r>
            <a:r>
              <a:rPr lang="en-US" sz="1800" dirty="0" err="1"/>
              <a:t>dispositivos</a:t>
            </a:r>
            <a:r>
              <a:rPr lang="en-US" sz="1800" dirty="0"/>
              <a:t> PCs/Macs. </a:t>
            </a:r>
            <a:r>
              <a:rPr lang="en-US" sz="1800" dirty="0" err="1"/>
              <a:t>Disponible</a:t>
            </a:r>
            <a:r>
              <a:rPr lang="en-US" sz="1800" dirty="0"/>
              <a:t> para smartphones, iPads y </a:t>
            </a:r>
            <a:r>
              <a:rPr lang="en-US" sz="1800" dirty="0" err="1"/>
              <a:t>tabletas</a:t>
            </a:r>
            <a:r>
              <a:rPr lang="en-US" sz="1800" dirty="0"/>
              <a:t> Windows y Android</a:t>
            </a:r>
          </a:p>
          <a:p>
            <a:pPr fontAlgn="ctr"/>
            <a:r>
              <a:rPr lang="en-US" sz="1800" dirty="0"/>
              <a:t>¡</a:t>
            </a:r>
            <a:r>
              <a:rPr lang="en-US" sz="1800" dirty="0" err="1"/>
              <a:t>Seguí</a:t>
            </a:r>
            <a:r>
              <a:rPr lang="en-US" sz="1800" dirty="0"/>
              <a:t> </a:t>
            </a:r>
            <a:r>
              <a:rPr lang="en-US" sz="1800" dirty="0" err="1"/>
              <a:t>trabajando</a:t>
            </a:r>
            <a:r>
              <a:rPr lang="en-US" sz="1800" dirty="0"/>
              <a:t> </a:t>
            </a:r>
            <a:r>
              <a:rPr lang="en-US" sz="1800" dirty="0" err="1"/>
              <a:t>en</a:t>
            </a:r>
            <a:r>
              <a:rPr lang="en-US" sz="1800" dirty="0"/>
              <a:t> </a:t>
            </a:r>
            <a:r>
              <a:rPr lang="en-US" sz="1800" dirty="0" err="1"/>
              <a:t>tu</a:t>
            </a:r>
            <a:r>
              <a:rPr lang="en-US" sz="1800" dirty="0"/>
              <a:t> </a:t>
            </a:r>
            <a:r>
              <a:rPr lang="en-US" sz="1800" dirty="0" err="1"/>
              <a:t>tesis</a:t>
            </a:r>
            <a:r>
              <a:rPr lang="en-US" sz="1800" dirty="0"/>
              <a:t> </a:t>
            </a:r>
            <a:r>
              <a:rPr lang="en-US" sz="1800" dirty="0" err="1"/>
              <a:t>desde</a:t>
            </a:r>
            <a:r>
              <a:rPr lang="en-US" sz="1800" dirty="0"/>
              <a:t> </a:t>
            </a:r>
            <a:r>
              <a:rPr lang="en-US" sz="1800" dirty="0" err="1"/>
              <a:t>cualquier</a:t>
            </a:r>
            <a:r>
              <a:rPr lang="en-US" sz="1800" dirty="0"/>
              <a:t> </a:t>
            </a:r>
            <a:r>
              <a:rPr lang="en-US" sz="1800" dirty="0" err="1"/>
              <a:t>lugar</a:t>
            </a:r>
            <a:r>
              <a:rPr lang="en-US" sz="1800" dirty="0"/>
              <a:t>!</a:t>
            </a:r>
          </a:p>
        </p:txBody>
      </p:sp>
      <p:sp>
        <p:nvSpPr>
          <p:cNvPr id="10" name="Freeform 21"/>
          <p:cNvSpPr>
            <a:spLocks/>
          </p:cNvSpPr>
          <p:nvPr/>
        </p:nvSpPr>
        <p:spPr bwMode="auto">
          <a:xfrm>
            <a:off x="11608020" y="4338504"/>
            <a:ext cx="1662427" cy="2617756"/>
          </a:xfrm>
          <a:custGeom>
            <a:avLst/>
            <a:gdLst>
              <a:gd name="T0" fmla="*/ 187 w 187"/>
              <a:gd name="T1" fmla="*/ 6 h 293"/>
              <a:gd name="T2" fmla="*/ 167 w 187"/>
              <a:gd name="T3" fmla="*/ 0 h 293"/>
              <a:gd name="T4" fmla="*/ 24 w 187"/>
              <a:gd name="T5" fmla="*/ 293 h 293"/>
              <a:gd name="T6" fmla="*/ 67 w 187"/>
              <a:gd name="T7" fmla="*/ 293 h 293"/>
              <a:gd name="T8" fmla="*/ 187 w 187"/>
              <a:gd name="T9" fmla="*/ 6 h 293"/>
            </a:gdLst>
            <a:ahLst/>
            <a:cxnLst>
              <a:cxn ang="0">
                <a:pos x="T0" y="T1"/>
              </a:cxn>
              <a:cxn ang="0">
                <a:pos x="T2" y="T3"/>
              </a:cxn>
              <a:cxn ang="0">
                <a:pos x="T4" y="T5"/>
              </a:cxn>
              <a:cxn ang="0">
                <a:pos x="T6" y="T7"/>
              </a:cxn>
              <a:cxn ang="0">
                <a:pos x="T8" y="T9"/>
              </a:cxn>
            </a:cxnLst>
            <a:rect l="0" t="0" r="r" b="b"/>
            <a:pathLst>
              <a:path w="187" h="293">
                <a:moveTo>
                  <a:pt x="187" y="6"/>
                </a:moveTo>
                <a:cubicBezTo>
                  <a:pt x="181" y="4"/>
                  <a:pt x="174" y="2"/>
                  <a:pt x="167" y="0"/>
                </a:cubicBezTo>
                <a:cubicBezTo>
                  <a:pt x="159" y="7"/>
                  <a:pt x="0" y="133"/>
                  <a:pt x="24" y="293"/>
                </a:cubicBezTo>
                <a:cubicBezTo>
                  <a:pt x="67" y="293"/>
                  <a:pt x="67" y="293"/>
                  <a:pt x="67" y="293"/>
                </a:cubicBezTo>
                <a:cubicBezTo>
                  <a:pt x="35" y="129"/>
                  <a:pt x="187" y="6"/>
                  <a:pt x="187" y="6"/>
                </a:cubicBezTo>
                <a:close/>
              </a:path>
            </a:pathLst>
          </a:custGeom>
          <a:solidFill>
            <a:srgbClr val="E8E8E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sp>
        <p:nvSpPr>
          <p:cNvPr id="2" name="Rectangle 1"/>
          <p:cNvSpPr/>
          <p:nvPr/>
        </p:nvSpPr>
        <p:spPr bwMode="auto">
          <a:xfrm>
            <a:off x="6623339" y="1345971"/>
            <a:ext cx="1004281" cy="1518739"/>
          </a:xfrm>
          <a:prstGeom prst="rect">
            <a:avLst/>
          </a:prstGeom>
          <a:solidFill>
            <a:srgbClr val="0072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p:cNvGrpSpPr/>
          <p:nvPr/>
        </p:nvGrpSpPr>
        <p:grpSpPr>
          <a:xfrm>
            <a:off x="4707618" y="324155"/>
            <a:ext cx="8386054" cy="6636394"/>
            <a:chOff x="4707618" y="324155"/>
            <a:chExt cx="8386054" cy="6636394"/>
          </a:xfrm>
        </p:grpSpPr>
        <p:pic>
          <p:nvPicPr>
            <p:cNvPr id="7" name="Picture 6"/>
            <p:cNvPicPr>
              <a:picLocks noChangeAspect="1"/>
            </p:cNvPicPr>
            <p:nvPr/>
          </p:nvPicPr>
          <p:blipFill rotWithShape="1">
            <a:blip r:embed="rId3"/>
            <a:srcRect l="24199" r="32159"/>
            <a:stretch/>
          </p:blipFill>
          <p:spPr>
            <a:xfrm>
              <a:off x="4707618" y="4003733"/>
              <a:ext cx="7455353" cy="2956816"/>
            </a:xfrm>
            <a:prstGeom prst="rect">
              <a:avLst/>
            </a:prstGeom>
          </p:spPr>
        </p:pic>
        <p:sp>
          <p:nvSpPr>
            <p:cNvPr id="9" name="Freeform 20"/>
            <p:cNvSpPr>
              <a:spLocks/>
            </p:cNvSpPr>
            <p:nvPr/>
          </p:nvSpPr>
          <p:spPr bwMode="auto">
            <a:xfrm>
              <a:off x="6045286" y="4011286"/>
              <a:ext cx="5062501" cy="2944977"/>
            </a:xfrm>
            <a:custGeom>
              <a:avLst/>
              <a:gdLst>
                <a:gd name="T0" fmla="*/ 569 w 569"/>
                <a:gd name="T1" fmla="*/ 1 h 330"/>
                <a:gd name="T2" fmla="*/ 559 w 569"/>
                <a:gd name="T3" fmla="*/ 0 h 330"/>
                <a:gd name="T4" fmla="*/ 0 w 569"/>
                <a:gd name="T5" fmla="*/ 330 h 330"/>
                <a:gd name="T6" fmla="*/ 106 w 569"/>
                <a:gd name="T7" fmla="*/ 330 h 330"/>
                <a:gd name="T8" fmla="*/ 569 w 569"/>
                <a:gd name="T9" fmla="*/ 1 h 330"/>
              </a:gdLst>
              <a:ahLst/>
              <a:cxnLst>
                <a:cxn ang="0">
                  <a:pos x="T0" y="T1"/>
                </a:cxn>
                <a:cxn ang="0">
                  <a:pos x="T2" y="T3"/>
                </a:cxn>
                <a:cxn ang="0">
                  <a:pos x="T4" y="T5"/>
                </a:cxn>
                <a:cxn ang="0">
                  <a:pos x="T6" y="T7"/>
                </a:cxn>
                <a:cxn ang="0">
                  <a:pos x="T8" y="T9"/>
                </a:cxn>
              </a:cxnLst>
              <a:rect l="0" t="0" r="r" b="b"/>
              <a:pathLst>
                <a:path w="569" h="330">
                  <a:moveTo>
                    <a:pt x="569" y="1"/>
                  </a:moveTo>
                  <a:cubicBezTo>
                    <a:pt x="565" y="1"/>
                    <a:pt x="562" y="0"/>
                    <a:pt x="559" y="0"/>
                  </a:cubicBezTo>
                  <a:cubicBezTo>
                    <a:pt x="221" y="64"/>
                    <a:pt x="0" y="330"/>
                    <a:pt x="0" y="330"/>
                  </a:cubicBezTo>
                  <a:cubicBezTo>
                    <a:pt x="106" y="330"/>
                    <a:pt x="106" y="330"/>
                    <a:pt x="106" y="330"/>
                  </a:cubicBezTo>
                  <a:cubicBezTo>
                    <a:pt x="106" y="330"/>
                    <a:pt x="315" y="75"/>
                    <a:pt x="569" y="1"/>
                  </a:cubicBezTo>
                  <a:close/>
                </a:path>
              </a:pathLst>
            </a:custGeom>
            <a:solidFill>
              <a:srgbClr val="E8E8E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sp>
          <p:nvSpPr>
            <p:cNvPr id="11" name="Freeform 22"/>
            <p:cNvSpPr>
              <a:spLocks/>
            </p:cNvSpPr>
            <p:nvPr/>
          </p:nvSpPr>
          <p:spPr bwMode="auto">
            <a:xfrm>
              <a:off x="6989335" y="4018809"/>
              <a:ext cx="6104337" cy="2937454"/>
            </a:xfrm>
            <a:custGeom>
              <a:avLst/>
              <a:gdLst>
                <a:gd name="T0" fmla="*/ 686 w 686"/>
                <a:gd name="T1" fmla="*/ 36 h 329"/>
                <a:gd name="T2" fmla="*/ 463 w 686"/>
                <a:gd name="T3" fmla="*/ 0 h 329"/>
                <a:gd name="T4" fmla="*/ 0 w 686"/>
                <a:gd name="T5" fmla="*/ 329 h 329"/>
                <a:gd name="T6" fmla="*/ 543 w 686"/>
                <a:gd name="T7" fmla="*/ 329 h 329"/>
                <a:gd name="T8" fmla="*/ 686 w 686"/>
                <a:gd name="T9" fmla="*/ 36 h 329"/>
              </a:gdLst>
              <a:ahLst/>
              <a:cxnLst>
                <a:cxn ang="0">
                  <a:pos x="T0" y="T1"/>
                </a:cxn>
                <a:cxn ang="0">
                  <a:pos x="T2" y="T3"/>
                </a:cxn>
                <a:cxn ang="0">
                  <a:pos x="T4" y="T5"/>
                </a:cxn>
                <a:cxn ang="0">
                  <a:pos x="T6" y="T7"/>
                </a:cxn>
                <a:cxn ang="0">
                  <a:pos x="T8" y="T9"/>
                </a:cxn>
              </a:cxnLst>
              <a:rect l="0" t="0" r="r" b="b"/>
              <a:pathLst>
                <a:path w="686" h="329">
                  <a:moveTo>
                    <a:pt x="686" y="36"/>
                  </a:moveTo>
                  <a:cubicBezTo>
                    <a:pt x="613" y="17"/>
                    <a:pt x="538" y="5"/>
                    <a:pt x="463" y="0"/>
                  </a:cubicBezTo>
                  <a:cubicBezTo>
                    <a:pt x="209" y="74"/>
                    <a:pt x="0" y="329"/>
                    <a:pt x="0" y="329"/>
                  </a:cubicBezTo>
                  <a:cubicBezTo>
                    <a:pt x="543" y="329"/>
                    <a:pt x="543" y="329"/>
                    <a:pt x="543" y="329"/>
                  </a:cubicBezTo>
                  <a:cubicBezTo>
                    <a:pt x="519" y="169"/>
                    <a:pt x="678" y="43"/>
                    <a:pt x="686" y="36"/>
                  </a:cubicBezTo>
                  <a:close/>
                </a:path>
              </a:pathLst>
            </a:custGeom>
            <a:solidFill>
              <a:srgbClr val="D2D2D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sp>
          <p:nvSpPr>
            <p:cNvPr id="13" name="Freeform 26"/>
            <p:cNvSpPr>
              <a:spLocks/>
            </p:cNvSpPr>
            <p:nvPr/>
          </p:nvSpPr>
          <p:spPr bwMode="auto">
            <a:xfrm>
              <a:off x="11804967" y="4118107"/>
              <a:ext cx="415607" cy="351455"/>
            </a:xfrm>
            <a:custGeom>
              <a:avLst/>
              <a:gdLst>
                <a:gd name="T0" fmla="*/ 0 w 149"/>
                <a:gd name="T1" fmla="*/ 126 h 126"/>
                <a:gd name="T2" fmla="*/ 149 w 149"/>
                <a:gd name="T3" fmla="*/ 0 h 126"/>
                <a:gd name="T4" fmla="*/ 0 w 149"/>
                <a:gd name="T5" fmla="*/ 0 h 126"/>
                <a:gd name="T6" fmla="*/ 0 w 149"/>
                <a:gd name="T7" fmla="*/ 126 h 126"/>
              </a:gdLst>
              <a:ahLst/>
              <a:cxnLst>
                <a:cxn ang="0">
                  <a:pos x="T0" y="T1"/>
                </a:cxn>
                <a:cxn ang="0">
                  <a:pos x="T2" y="T3"/>
                </a:cxn>
                <a:cxn ang="0">
                  <a:pos x="T4" y="T5"/>
                </a:cxn>
                <a:cxn ang="0">
                  <a:pos x="T6" y="T7"/>
                </a:cxn>
              </a:cxnLst>
              <a:rect l="0" t="0" r="r" b="b"/>
              <a:pathLst>
                <a:path w="149" h="126">
                  <a:moveTo>
                    <a:pt x="0" y="126"/>
                  </a:moveTo>
                  <a:lnTo>
                    <a:pt x="149" y="0"/>
                  </a:lnTo>
                  <a:lnTo>
                    <a:pt x="0" y="0"/>
                  </a:lnTo>
                  <a:lnTo>
                    <a:pt x="0" y="126"/>
                  </a:lnTo>
                  <a:close/>
                </a:path>
              </a:pathLst>
            </a:custGeom>
            <a:solidFill>
              <a:srgbClr val="96969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sp>
          <p:nvSpPr>
            <p:cNvPr id="18" name="Freeform 26"/>
            <p:cNvSpPr>
              <a:spLocks/>
            </p:cNvSpPr>
            <p:nvPr/>
          </p:nvSpPr>
          <p:spPr bwMode="auto">
            <a:xfrm>
              <a:off x="10894463" y="4746555"/>
              <a:ext cx="560412" cy="473903"/>
            </a:xfrm>
            <a:custGeom>
              <a:avLst/>
              <a:gdLst>
                <a:gd name="T0" fmla="*/ 0 w 149"/>
                <a:gd name="T1" fmla="*/ 126 h 126"/>
                <a:gd name="T2" fmla="*/ 149 w 149"/>
                <a:gd name="T3" fmla="*/ 0 h 126"/>
                <a:gd name="T4" fmla="*/ 0 w 149"/>
                <a:gd name="T5" fmla="*/ 0 h 126"/>
                <a:gd name="T6" fmla="*/ 0 w 149"/>
                <a:gd name="T7" fmla="*/ 126 h 126"/>
              </a:gdLst>
              <a:ahLst/>
              <a:cxnLst>
                <a:cxn ang="0">
                  <a:pos x="T0" y="T1"/>
                </a:cxn>
                <a:cxn ang="0">
                  <a:pos x="T2" y="T3"/>
                </a:cxn>
                <a:cxn ang="0">
                  <a:pos x="T4" y="T5"/>
                </a:cxn>
                <a:cxn ang="0">
                  <a:pos x="T6" y="T7"/>
                </a:cxn>
              </a:cxnLst>
              <a:rect l="0" t="0" r="r" b="b"/>
              <a:pathLst>
                <a:path w="149" h="126">
                  <a:moveTo>
                    <a:pt x="0" y="126"/>
                  </a:moveTo>
                  <a:lnTo>
                    <a:pt x="149" y="0"/>
                  </a:lnTo>
                  <a:lnTo>
                    <a:pt x="0" y="0"/>
                  </a:lnTo>
                  <a:lnTo>
                    <a:pt x="0" y="126"/>
                  </a:lnTo>
                  <a:close/>
                </a:path>
              </a:pathLst>
            </a:custGeom>
            <a:solidFill>
              <a:srgbClr val="96969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sp>
          <p:nvSpPr>
            <p:cNvPr id="21" name="Rectangle 79"/>
            <p:cNvSpPr/>
            <p:nvPr/>
          </p:nvSpPr>
          <p:spPr>
            <a:xfrm rot="5400000">
              <a:off x="9565291" y="1253619"/>
              <a:ext cx="2120334" cy="3543085"/>
            </a:xfrm>
            <a:custGeom>
              <a:avLst/>
              <a:gdLst/>
              <a:ahLst/>
              <a:cxnLst/>
              <a:rect l="l" t="t" r="r" b="b"/>
              <a:pathLst>
                <a:path w="1407298" h="2385394">
                  <a:moveTo>
                    <a:pt x="703650" y="2179220"/>
                  </a:moveTo>
                  <a:cubicBezTo>
                    <a:pt x="660028" y="2179220"/>
                    <a:pt x="624666" y="2214582"/>
                    <a:pt x="624666" y="2258204"/>
                  </a:cubicBezTo>
                  <a:cubicBezTo>
                    <a:pt x="624666" y="2301826"/>
                    <a:pt x="660028" y="2337188"/>
                    <a:pt x="703650" y="2337188"/>
                  </a:cubicBezTo>
                  <a:cubicBezTo>
                    <a:pt x="747272" y="2337188"/>
                    <a:pt x="782634" y="2301826"/>
                    <a:pt x="782634" y="2258204"/>
                  </a:cubicBezTo>
                  <a:cubicBezTo>
                    <a:pt x="782634" y="2214582"/>
                    <a:pt x="747272" y="2179220"/>
                    <a:pt x="703650" y="2179220"/>
                  </a:cubicBezTo>
                  <a:close/>
                  <a:moveTo>
                    <a:pt x="177553" y="179867"/>
                  </a:moveTo>
                  <a:lnTo>
                    <a:pt x="172551" y="180877"/>
                  </a:lnTo>
                  <a:lnTo>
                    <a:pt x="165667" y="180877"/>
                  </a:lnTo>
                  <a:cubicBezTo>
                    <a:pt x="144630" y="180877"/>
                    <a:pt x="127577" y="197930"/>
                    <a:pt x="127577" y="218967"/>
                  </a:cubicBezTo>
                  <a:lnTo>
                    <a:pt x="127577" y="2097793"/>
                  </a:lnTo>
                  <a:cubicBezTo>
                    <a:pt x="127577" y="2118830"/>
                    <a:pt x="144630" y="2135883"/>
                    <a:pt x="165667" y="2135883"/>
                  </a:cubicBezTo>
                  <a:lnTo>
                    <a:pt x="1241631" y="2135883"/>
                  </a:lnTo>
                  <a:cubicBezTo>
                    <a:pt x="1262668" y="2135883"/>
                    <a:pt x="1279721" y="2118830"/>
                    <a:pt x="1279721" y="2097793"/>
                  </a:cubicBezTo>
                  <a:lnTo>
                    <a:pt x="1279721" y="218967"/>
                  </a:lnTo>
                  <a:cubicBezTo>
                    <a:pt x="1279721" y="197930"/>
                    <a:pt x="1262668" y="180877"/>
                    <a:pt x="1241631" y="180877"/>
                  </a:cubicBezTo>
                  <a:lnTo>
                    <a:pt x="1234749" y="180877"/>
                  </a:lnTo>
                  <a:cubicBezTo>
                    <a:pt x="1233161" y="179963"/>
                    <a:pt x="1231465" y="179867"/>
                    <a:pt x="1229746" y="179867"/>
                  </a:cubicBezTo>
                  <a:close/>
                  <a:moveTo>
                    <a:pt x="602415" y="56498"/>
                  </a:moveTo>
                  <a:cubicBezTo>
                    <a:pt x="588290" y="56498"/>
                    <a:pt x="576839" y="67949"/>
                    <a:pt x="576839" y="82074"/>
                  </a:cubicBezTo>
                  <a:cubicBezTo>
                    <a:pt x="576839" y="96199"/>
                    <a:pt x="588290" y="107650"/>
                    <a:pt x="602415" y="107650"/>
                  </a:cubicBezTo>
                  <a:lnTo>
                    <a:pt x="804884" y="107650"/>
                  </a:lnTo>
                  <a:cubicBezTo>
                    <a:pt x="819009" y="107650"/>
                    <a:pt x="830460" y="96199"/>
                    <a:pt x="830460" y="82074"/>
                  </a:cubicBezTo>
                  <a:cubicBezTo>
                    <a:pt x="830460" y="67949"/>
                    <a:pt x="819009" y="56498"/>
                    <a:pt x="804884" y="56498"/>
                  </a:cubicBezTo>
                  <a:close/>
                  <a:moveTo>
                    <a:pt x="76685" y="0"/>
                  </a:moveTo>
                  <a:lnTo>
                    <a:pt x="1330614" y="0"/>
                  </a:lnTo>
                  <a:cubicBezTo>
                    <a:pt x="1372966" y="0"/>
                    <a:pt x="1407298" y="34333"/>
                    <a:pt x="1407298" y="76684"/>
                  </a:cubicBezTo>
                  <a:lnTo>
                    <a:pt x="1407298" y="1757263"/>
                  </a:lnTo>
                  <a:lnTo>
                    <a:pt x="1407298" y="1766789"/>
                  </a:lnTo>
                  <a:lnTo>
                    <a:pt x="1407298" y="2308710"/>
                  </a:lnTo>
                  <a:cubicBezTo>
                    <a:pt x="1407298" y="2351061"/>
                    <a:pt x="1372966" y="2385394"/>
                    <a:pt x="1330614" y="2385394"/>
                  </a:cubicBezTo>
                  <a:lnTo>
                    <a:pt x="76685" y="2385394"/>
                  </a:lnTo>
                  <a:cubicBezTo>
                    <a:pt x="34333" y="2385394"/>
                    <a:pt x="0" y="2351061"/>
                    <a:pt x="0" y="2308710"/>
                  </a:cubicBezTo>
                  <a:lnTo>
                    <a:pt x="0" y="1766789"/>
                  </a:lnTo>
                  <a:lnTo>
                    <a:pt x="0" y="1757263"/>
                  </a:lnTo>
                  <a:lnTo>
                    <a:pt x="0" y="76684"/>
                  </a:lnTo>
                  <a:cubicBezTo>
                    <a:pt x="0" y="34333"/>
                    <a:pt x="34333" y="0"/>
                    <a:pt x="7668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316"/>
              <a:endParaRPr lang="en-US" sz="1836" dirty="0">
                <a:solidFill>
                  <a:srgbClr val="FFFFFF"/>
                </a:solidFill>
              </a:endParaRPr>
            </a:p>
          </p:txBody>
        </p:sp>
        <p:sp>
          <p:nvSpPr>
            <p:cNvPr id="23" name="Freeform 49"/>
            <p:cNvSpPr>
              <a:spLocks/>
            </p:cNvSpPr>
            <p:nvPr/>
          </p:nvSpPr>
          <p:spPr bwMode="auto">
            <a:xfrm>
              <a:off x="9467220" y="5948263"/>
              <a:ext cx="883872" cy="729663"/>
            </a:xfrm>
            <a:custGeom>
              <a:avLst/>
              <a:gdLst>
                <a:gd name="T0" fmla="*/ 0 w 235"/>
                <a:gd name="T1" fmla="*/ 194 h 194"/>
                <a:gd name="T2" fmla="*/ 235 w 235"/>
                <a:gd name="T3" fmla="*/ 0 h 194"/>
                <a:gd name="T4" fmla="*/ 0 w 235"/>
                <a:gd name="T5" fmla="*/ 0 h 194"/>
                <a:gd name="T6" fmla="*/ 0 w 235"/>
                <a:gd name="T7" fmla="*/ 194 h 194"/>
              </a:gdLst>
              <a:ahLst/>
              <a:cxnLst>
                <a:cxn ang="0">
                  <a:pos x="T0" y="T1"/>
                </a:cxn>
                <a:cxn ang="0">
                  <a:pos x="T2" y="T3"/>
                </a:cxn>
                <a:cxn ang="0">
                  <a:pos x="T4" y="T5"/>
                </a:cxn>
                <a:cxn ang="0">
                  <a:pos x="T6" y="T7"/>
                </a:cxn>
              </a:cxnLst>
              <a:rect l="0" t="0" r="r" b="b"/>
              <a:pathLst>
                <a:path w="235" h="194">
                  <a:moveTo>
                    <a:pt x="0" y="194"/>
                  </a:moveTo>
                  <a:lnTo>
                    <a:pt x="235" y="0"/>
                  </a:lnTo>
                  <a:lnTo>
                    <a:pt x="0" y="0"/>
                  </a:lnTo>
                  <a:lnTo>
                    <a:pt x="0" y="194"/>
                  </a:lnTo>
                  <a:close/>
                </a:path>
              </a:pathLst>
            </a:custGeom>
            <a:solidFill>
              <a:srgbClr val="96969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grpSp>
          <p:nvGrpSpPr>
            <p:cNvPr id="28" name="Group 27"/>
            <p:cNvGrpSpPr/>
            <p:nvPr/>
          </p:nvGrpSpPr>
          <p:grpSpPr>
            <a:xfrm>
              <a:off x="5156139" y="324155"/>
              <a:ext cx="2616849" cy="5008743"/>
              <a:chOff x="1316880" y="963197"/>
              <a:chExt cx="2360452" cy="4517990"/>
            </a:xfrm>
          </p:grpSpPr>
          <p:grpSp>
            <p:nvGrpSpPr>
              <p:cNvPr id="29" name="Group 28"/>
              <p:cNvGrpSpPr/>
              <p:nvPr/>
            </p:nvGrpSpPr>
            <p:grpSpPr>
              <a:xfrm>
                <a:off x="1316880" y="963197"/>
                <a:ext cx="1518361" cy="4517990"/>
                <a:chOff x="7140575" y="303916"/>
                <a:chExt cx="825500" cy="2456332"/>
              </a:xfrm>
            </p:grpSpPr>
            <p:sp>
              <p:nvSpPr>
                <p:cNvPr id="34" name="Freeform 33"/>
                <p:cNvSpPr/>
                <p:nvPr/>
              </p:nvSpPr>
              <p:spPr bwMode="auto">
                <a:xfrm>
                  <a:off x="7410450" y="2059781"/>
                  <a:ext cx="140494" cy="676275"/>
                </a:xfrm>
                <a:custGeom>
                  <a:avLst/>
                  <a:gdLst>
                    <a:gd name="connsiteX0" fmla="*/ 0 w 140494"/>
                    <a:gd name="connsiteY0" fmla="*/ 14288 h 676275"/>
                    <a:gd name="connsiteX1" fmla="*/ 19050 w 140494"/>
                    <a:gd name="connsiteY1" fmla="*/ 676275 h 676275"/>
                    <a:gd name="connsiteX2" fmla="*/ 133350 w 140494"/>
                    <a:gd name="connsiteY2" fmla="*/ 664369 h 676275"/>
                    <a:gd name="connsiteX3" fmla="*/ 140494 w 140494"/>
                    <a:gd name="connsiteY3" fmla="*/ 0 h 676275"/>
                    <a:gd name="connsiteX4" fmla="*/ 0 w 140494"/>
                    <a:gd name="connsiteY4" fmla="*/ 14288 h 676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4" h="676275">
                      <a:moveTo>
                        <a:pt x="0" y="14288"/>
                      </a:moveTo>
                      <a:lnTo>
                        <a:pt x="19050" y="676275"/>
                      </a:lnTo>
                      <a:lnTo>
                        <a:pt x="133350" y="664369"/>
                      </a:lnTo>
                      <a:cubicBezTo>
                        <a:pt x="135731" y="442913"/>
                        <a:pt x="138113" y="221456"/>
                        <a:pt x="140494" y="0"/>
                      </a:cubicBezTo>
                      <a:lnTo>
                        <a:pt x="0" y="14288"/>
                      </a:lnTo>
                      <a:close/>
                    </a:path>
                  </a:pathLst>
                </a:cu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Freeform 34"/>
                <p:cNvSpPr/>
                <p:nvPr/>
              </p:nvSpPr>
              <p:spPr bwMode="auto">
                <a:xfrm>
                  <a:off x="7574756" y="2059781"/>
                  <a:ext cx="140494" cy="676275"/>
                </a:xfrm>
                <a:custGeom>
                  <a:avLst/>
                  <a:gdLst>
                    <a:gd name="connsiteX0" fmla="*/ 0 w 140494"/>
                    <a:gd name="connsiteY0" fmla="*/ 14288 h 676275"/>
                    <a:gd name="connsiteX1" fmla="*/ 19050 w 140494"/>
                    <a:gd name="connsiteY1" fmla="*/ 676275 h 676275"/>
                    <a:gd name="connsiteX2" fmla="*/ 133350 w 140494"/>
                    <a:gd name="connsiteY2" fmla="*/ 664369 h 676275"/>
                    <a:gd name="connsiteX3" fmla="*/ 140494 w 140494"/>
                    <a:gd name="connsiteY3" fmla="*/ 0 h 676275"/>
                    <a:gd name="connsiteX4" fmla="*/ 0 w 140494"/>
                    <a:gd name="connsiteY4" fmla="*/ 14288 h 676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4" h="676275">
                      <a:moveTo>
                        <a:pt x="0" y="14288"/>
                      </a:moveTo>
                      <a:lnTo>
                        <a:pt x="19050" y="676275"/>
                      </a:lnTo>
                      <a:lnTo>
                        <a:pt x="133350" y="664369"/>
                      </a:lnTo>
                      <a:cubicBezTo>
                        <a:pt x="135731" y="442913"/>
                        <a:pt x="138113" y="221456"/>
                        <a:pt x="140494" y="0"/>
                      </a:cubicBezTo>
                      <a:lnTo>
                        <a:pt x="0" y="14288"/>
                      </a:lnTo>
                      <a:close/>
                    </a:path>
                  </a:pathLst>
                </a:cu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6" name="Freeform 35"/>
                <p:cNvSpPr/>
                <p:nvPr/>
              </p:nvSpPr>
              <p:spPr bwMode="auto">
                <a:xfrm>
                  <a:off x="7336631" y="1576388"/>
                  <a:ext cx="435769" cy="511968"/>
                </a:xfrm>
                <a:custGeom>
                  <a:avLst/>
                  <a:gdLst>
                    <a:gd name="connsiteX0" fmla="*/ 0 w 435769"/>
                    <a:gd name="connsiteY0" fmla="*/ 14287 h 511968"/>
                    <a:gd name="connsiteX1" fmla="*/ 23813 w 435769"/>
                    <a:gd name="connsiteY1" fmla="*/ 511968 h 511968"/>
                    <a:gd name="connsiteX2" fmla="*/ 421482 w 435769"/>
                    <a:gd name="connsiteY2" fmla="*/ 511968 h 511968"/>
                    <a:gd name="connsiteX3" fmla="*/ 435769 w 435769"/>
                    <a:gd name="connsiteY3" fmla="*/ 0 h 511968"/>
                    <a:gd name="connsiteX4" fmla="*/ 0 w 435769"/>
                    <a:gd name="connsiteY4" fmla="*/ 14287 h 51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69" h="511968">
                      <a:moveTo>
                        <a:pt x="0" y="14287"/>
                      </a:moveTo>
                      <a:lnTo>
                        <a:pt x="23813" y="511968"/>
                      </a:lnTo>
                      <a:lnTo>
                        <a:pt x="421482" y="511968"/>
                      </a:lnTo>
                      <a:lnTo>
                        <a:pt x="435769" y="0"/>
                      </a:lnTo>
                      <a:lnTo>
                        <a:pt x="0" y="14287"/>
                      </a:lnTo>
                      <a:close/>
                    </a:path>
                  </a:pathLst>
                </a:cu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7" name="Freeform 36"/>
                <p:cNvSpPr/>
                <p:nvPr/>
              </p:nvSpPr>
              <p:spPr bwMode="auto">
                <a:xfrm>
                  <a:off x="7366613" y="638175"/>
                  <a:ext cx="142262" cy="131258"/>
                </a:xfrm>
                <a:custGeom>
                  <a:avLst/>
                  <a:gdLst>
                    <a:gd name="connsiteX0" fmla="*/ 41275 w 123825"/>
                    <a:gd name="connsiteY0" fmla="*/ 0 h 127000"/>
                    <a:gd name="connsiteX1" fmla="*/ 0 w 123825"/>
                    <a:gd name="connsiteY1" fmla="*/ 34925 h 127000"/>
                    <a:gd name="connsiteX2" fmla="*/ 104775 w 123825"/>
                    <a:gd name="connsiteY2" fmla="*/ 127000 h 127000"/>
                    <a:gd name="connsiteX3" fmla="*/ 123825 w 123825"/>
                    <a:gd name="connsiteY3" fmla="*/ 15875 h 127000"/>
                    <a:gd name="connsiteX4" fmla="*/ 41275 w 123825"/>
                    <a:gd name="connsiteY4" fmla="*/ 0 h 127000"/>
                    <a:gd name="connsiteX0" fmla="*/ 57150 w 139700"/>
                    <a:gd name="connsiteY0" fmla="*/ 0 h 127000"/>
                    <a:gd name="connsiteX1" fmla="*/ 0 w 139700"/>
                    <a:gd name="connsiteY1" fmla="*/ 34925 h 127000"/>
                    <a:gd name="connsiteX2" fmla="*/ 120650 w 139700"/>
                    <a:gd name="connsiteY2" fmla="*/ 127000 h 127000"/>
                    <a:gd name="connsiteX3" fmla="*/ 139700 w 139700"/>
                    <a:gd name="connsiteY3" fmla="*/ 15875 h 127000"/>
                    <a:gd name="connsiteX4" fmla="*/ 57150 w 139700"/>
                    <a:gd name="connsiteY4" fmla="*/ 0 h 127000"/>
                    <a:gd name="connsiteX0" fmla="*/ 57150 w 139700"/>
                    <a:gd name="connsiteY0" fmla="*/ 0 h 127000"/>
                    <a:gd name="connsiteX1" fmla="*/ 0 w 139700"/>
                    <a:gd name="connsiteY1" fmla="*/ 34925 h 127000"/>
                    <a:gd name="connsiteX2" fmla="*/ 120650 w 139700"/>
                    <a:gd name="connsiteY2" fmla="*/ 127000 h 127000"/>
                    <a:gd name="connsiteX3" fmla="*/ 139700 w 139700"/>
                    <a:gd name="connsiteY3" fmla="*/ 15875 h 127000"/>
                    <a:gd name="connsiteX4" fmla="*/ 57150 w 139700"/>
                    <a:gd name="connsiteY4" fmla="*/ 0 h 127000"/>
                    <a:gd name="connsiteX0" fmla="*/ 59779 w 142329"/>
                    <a:gd name="connsiteY0" fmla="*/ 0 h 127000"/>
                    <a:gd name="connsiteX1" fmla="*/ 2629 w 142329"/>
                    <a:gd name="connsiteY1" fmla="*/ 34925 h 127000"/>
                    <a:gd name="connsiteX2" fmla="*/ 123279 w 142329"/>
                    <a:gd name="connsiteY2" fmla="*/ 127000 h 127000"/>
                    <a:gd name="connsiteX3" fmla="*/ 142329 w 142329"/>
                    <a:gd name="connsiteY3" fmla="*/ 15875 h 127000"/>
                    <a:gd name="connsiteX4" fmla="*/ 59779 w 142329"/>
                    <a:gd name="connsiteY4" fmla="*/ 0 h 127000"/>
                    <a:gd name="connsiteX0" fmla="*/ 59712 w 142262"/>
                    <a:gd name="connsiteY0" fmla="*/ 0 h 131258"/>
                    <a:gd name="connsiteX1" fmla="*/ 2562 w 142262"/>
                    <a:gd name="connsiteY1" fmla="*/ 34925 h 131258"/>
                    <a:gd name="connsiteX2" fmla="*/ 123212 w 142262"/>
                    <a:gd name="connsiteY2" fmla="*/ 127000 h 131258"/>
                    <a:gd name="connsiteX3" fmla="*/ 142262 w 142262"/>
                    <a:gd name="connsiteY3" fmla="*/ 15875 h 131258"/>
                    <a:gd name="connsiteX4" fmla="*/ 59712 w 142262"/>
                    <a:gd name="connsiteY4" fmla="*/ 0 h 131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262" h="131258">
                      <a:moveTo>
                        <a:pt x="59712" y="0"/>
                      </a:moveTo>
                      <a:cubicBezTo>
                        <a:pt x="78762" y="94192"/>
                        <a:pt x="21612" y="23283"/>
                        <a:pt x="2562" y="34925"/>
                      </a:cubicBezTo>
                      <a:cubicBezTo>
                        <a:pt x="-17546" y="144992"/>
                        <a:pt x="86170" y="134408"/>
                        <a:pt x="123212" y="127000"/>
                      </a:cubicBezTo>
                      <a:lnTo>
                        <a:pt x="142262" y="15875"/>
                      </a:lnTo>
                      <a:lnTo>
                        <a:pt x="59712" y="0"/>
                      </a:lnTo>
                      <a:close/>
                    </a:path>
                  </a:pathLst>
                </a:custGeom>
                <a:solidFill>
                  <a:schemeClr val="tx1">
                    <a:lumMod val="95000"/>
                    <a:lumOff val="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8" name="Freeform 37"/>
                <p:cNvSpPr/>
                <p:nvPr/>
              </p:nvSpPr>
              <p:spPr bwMode="auto">
                <a:xfrm flipH="1">
                  <a:off x="7623788" y="638175"/>
                  <a:ext cx="142262" cy="131258"/>
                </a:xfrm>
                <a:custGeom>
                  <a:avLst/>
                  <a:gdLst>
                    <a:gd name="connsiteX0" fmla="*/ 41275 w 123825"/>
                    <a:gd name="connsiteY0" fmla="*/ 0 h 127000"/>
                    <a:gd name="connsiteX1" fmla="*/ 0 w 123825"/>
                    <a:gd name="connsiteY1" fmla="*/ 34925 h 127000"/>
                    <a:gd name="connsiteX2" fmla="*/ 104775 w 123825"/>
                    <a:gd name="connsiteY2" fmla="*/ 127000 h 127000"/>
                    <a:gd name="connsiteX3" fmla="*/ 123825 w 123825"/>
                    <a:gd name="connsiteY3" fmla="*/ 15875 h 127000"/>
                    <a:gd name="connsiteX4" fmla="*/ 41275 w 123825"/>
                    <a:gd name="connsiteY4" fmla="*/ 0 h 127000"/>
                    <a:gd name="connsiteX0" fmla="*/ 57150 w 139700"/>
                    <a:gd name="connsiteY0" fmla="*/ 0 h 127000"/>
                    <a:gd name="connsiteX1" fmla="*/ 0 w 139700"/>
                    <a:gd name="connsiteY1" fmla="*/ 34925 h 127000"/>
                    <a:gd name="connsiteX2" fmla="*/ 120650 w 139700"/>
                    <a:gd name="connsiteY2" fmla="*/ 127000 h 127000"/>
                    <a:gd name="connsiteX3" fmla="*/ 139700 w 139700"/>
                    <a:gd name="connsiteY3" fmla="*/ 15875 h 127000"/>
                    <a:gd name="connsiteX4" fmla="*/ 57150 w 139700"/>
                    <a:gd name="connsiteY4" fmla="*/ 0 h 127000"/>
                    <a:gd name="connsiteX0" fmla="*/ 57150 w 139700"/>
                    <a:gd name="connsiteY0" fmla="*/ 0 h 127000"/>
                    <a:gd name="connsiteX1" fmla="*/ 0 w 139700"/>
                    <a:gd name="connsiteY1" fmla="*/ 34925 h 127000"/>
                    <a:gd name="connsiteX2" fmla="*/ 120650 w 139700"/>
                    <a:gd name="connsiteY2" fmla="*/ 127000 h 127000"/>
                    <a:gd name="connsiteX3" fmla="*/ 139700 w 139700"/>
                    <a:gd name="connsiteY3" fmla="*/ 15875 h 127000"/>
                    <a:gd name="connsiteX4" fmla="*/ 57150 w 139700"/>
                    <a:gd name="connsiteY4" fmla="*/ 0 h 127000"/>
                    <a:gd name="connsiteX0" fmla="*/ 59779 w 142329"/>
                    <a:gd name="connsiteY0" fmla="*/ 0 h 127000"/>
                    <a:gd name="connsiteX1" fmla="*/ 2629 w 142329"/>
                    <a:gd name="connsiteY1" fmla="*/ 34925 h 127000"/>
                    <a:gd name="connsiteX2" fmla="*/ 123279 w 142329"/>
                    <a:gd name="connsiteY2" fmla="*/ 127000 h 127000"/>
                    <a:gd name="connsiteX3" fmla="*/ 142329 w 142329"/>
                    <a:gd name="connsiteY3" fmla="*/ 15875 h 127000"/>
                    <a:gd name="connsiteX4" fmla="*/ 59779 w 142329"/>
                    <a:gd name="connsiteY4" fmla="*/ 0 h 127000"/>
                    <a:gd name="connsiteX0" fmla="*/ 59712 w 142262"/>
                    <a:gd name="connsiteY0" fmla="*/ 0 h 131258"/>
                    <a:gd name="connsiteX1" fmla="*/ 2562 w 142262"/>
                    <a:gd name="connsiteY1" fmla="*/ 34925 h 131258"/>
                    <a:gd name="connsiteX2" fmla="*/ 123212 w 142262"/>
                    <a:gd name="connsiteY2" fmla="*/ 127000 h 131258"/>
                    <a:gd name="connsiteX3" fmla="*/ 142262 w 142262"/>
                    <a:gd name="connsiteY3" fmla="*/ 15875 h 131258"/>
                    <a:gd name="connsiteX4" fmla="*/ 59712 w 142262"/>
                    <a:gd name="connsiteY4" fmla="*/ 0 h 131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262" h="131258">
                      <a:moveTo>
                        <a:pt x="59712" y="0"/>
                      </a:moveTo>
                      <a:cubicBezTo>
                        <a:pt x="78762" y="94192"/>
                        <a:pt x="21612" y="23283"/>
                        <a:pt x="2562" y="34925"/>
                      </a:cubicBezTo>
                      <a:cubicBezTo>
                        <a:pt x="-17546" y="144992"/>
                        <a:pt x="86170" y="134408"/>
                        <a:pt x="123212" y="127000"/>
                      </a:cubicBezTo>
                      <a:lnTo>
                        <a:pt x="142262" y="15875"/>
                      </a:lnTo>
                      <a:lnTo>
                        <a:pt x="59712" y="0"/>
                      </a:lnTo>
                      <a:close/>
                    </a:path>
                  </a:pathLst>
                </a:custGeom>
                <a:solidFill>
                  <a:schemeClr val="tx1">
                    <a:lumMod val="95000"/>
                    <a:lumOff val="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p:cNvSpPr/>
                <p:nvPr/>
              </p:nvSpPr>
              <p:spPr bwMode="auto">
                <a:xfrm>
                  <a:off x="7477125" y="784225"/>
                  <a:ext cx="164306" cy="4079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0" name="Rounded Rectangle 39"/>
                <p:cNvSpPr/>
                <p:nvPr/>
              </p:nvSpPr>
              <p:spPr bwMode="auto">
                <a:xfrm>
                  <a:off x="7877175" y="1395413"/>
                  <a:ext cx="76200" cy="123825"/>
                </a:xfrm>
                <a:prstGeom prst="roundRect">
                  <a:avLst>
                    <a:gd name="adj" fmla="val 50000"/>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ounded Rectangle 40"/>
                <p:cNvSpPr/>
                <p:nvPr/>
              </p:nvSpPr>
              <p:spPr bwMode="auto">
                <a:xfrm>
                  <a:off x="7159572" y="1395413"/>
                  <a:ext cx="76200" cy="123825"/>
                </a:xfrm>
                <a:prstGeom prst="roundRect">
                  <a:avLst>
                    <a:gd name="adj" fmla="val 50000"/>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2" name="Freeform 41"/>
                <p:cNvSpPr/>
                <p:nvPr/>
              </p:nvSpPr>
              <p:spPr bwMode="auto">
                <a:xfrm>
                  <a:off x="7140575" y="784225"/>
                  <a:ext cx="825500" cy="815975"/>
                </a:xfrm>
                <a:custGeom>
                  <a:avLst/>
                  <a:gdLst>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76275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76275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76275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76275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76275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98425 w 825500"/>
                    <a:gd name="connsiteY10" fmla="*/ 657225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104775 w 825500"/>
                    <a:gd name="connsiteY10" fmla="*/ 660400 h 815975"/>
                    <a:gd name="connsiteX11" fmla="*/ 0 w 825500"/>
                    <a:gd name="connsiteY11" fmla="*/ 657225 h 815975"/>
                    <a:gd name="connsiteX12" fmla="*/ 149225 w 825500"/>
                    <a:gd name="connsiteY12" fmla="*/ 28575 h 815975"/>
                    <a:gd name="connsiteX13" fmla="*/ 336550 w 825500"/>
                    <a:gd name="connsiteY13" fmla="*/ 0 h 815975"/>
                    <a:gd name="connsiteX0" fmla="*/ 336550 w 825500"/>
                    <a:gd name="connsiteY0" fmla="*/ 0 h 815975"/>
                    <a:gd name="connsiteX1" fmla="*/ 415925 w 825500"/>
                    <a:gd name="connsiteY1" fmla="*/ 574675 h 815975"/>
                    <a:gd name="connsiteX2" fmla="*/ 492125 w 825500"/>
                    <a:gd name="connsiteY2" fmla="*/ 3175 h 815975"/>
                    <a:gd name="connsiteX3" fmla="*/ 676275 w 825500"/>
                    <a:gd name="connsiteY3" fmla="*/ 19050 h 815975"/>
                    <a:gd name="connsiteX4" fmla="*/ 825500 w 825500"/>
                    <a:gd name="connsiteY4" fmla="*/ 654050 h 815975"/>
                    <a:gd name="connsiteX5" fmla="*/ 717550 w 825500"/>
                    <a:gd name="connsiteY5" fmla="*/ 657225 h 815975"/>
                    <a:gd name="connsiteX6" fmla="*/ 666750 w 825500"/>
                    <a:gd name="connsiteY6" fmla="*/ 285750 h 815975"/>
                    <a:gd name="connsiteX7" fmla="*/ 638175 w 825500"/>
                    <a:gd name="connsiteY7" fmla="*/ 815975 h 815975"/>
                    <a:gd name="connsiteX8" fmla="*/ 187325 w 825500"/>
                    <a:gd name="connsiteY8" fmla="*/ 815975 h 815975"/>
                    <a:gd name="connsiteX9" fmla="*/ 171450 w 825500"/>
                    <a:gd name="connsiteY9" fmla="*/ 285750 h 815975"/>
                    <a:gd name="connsiteX10" fmla="*/ 104775 w 825500"/>
                    <a:gd name="connsiteY10" fmla="*/ 660400 h 815975"/>
                    <a:gd name="connsiteX11" fmla="*/ 0 w 825500"/>
                    <a:gd name="connsiteY11" fmla="*/ 657225 h 815975"/>
                    <a:gd name="connsiteX12" fmla="*/ 149225 w 825500"/>
                    <a:gd name="connsiteY12" fmla="*/ 28575 h 815975"/>
                    <a:gd name="connsiteX13" fmla="*/ 336550 w 825500"/>
                    <a:gd name="connsiteY13" fmla="*/ 0 h 8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5500" h="815975">
                      <a:moveTo>
                        <a:pt x="336550" y="0"/>
                      </a:moveTo>
                      <a:lnTo>
                        <a:pt x="415925" y="574675"/>
                      </a:lnTo>
                      <a:lnTo>
                        <a:pt x="492125" y="3175"/>
                      </a:lnTo>
                      <a:lnTo>
                        <a:pt x="676275" y="19050"/>
                      </a:lnTo>
                      <a:cubicBezTo>
                        <a:pt x="799042" y="262467"/>
                        <a:pt x="817033" y="531283"/>
                        <a:pt x="825500" y="654050"/>
                      </a:cubicBezTo>
                      <a:lnTo>
                        <a:pt x="717550" y="657225"/>
                      </a:lnTo>
                      <a:cubicBezTo>
                        <a:pt x="729192" y="536575"/>
                        <a:pt x="693208" y="393700"/>
                        <a:pt x="666750" y="285750"/>
                      </a:cubicBezTo>
                      <a:lnTo>
                        <a:pt x="638175" y="815975"/>
                      </a:lnTo>
                      <a:lnTo>
                        <a:pt x="187325" y="815975"/>
                      </a:lnTo>
                      <a:lnTo>
                        <a:pt x="171450" y="285750"/>
                      </a:lnTo>
                      <a:cubicBezTo>
                        <a:pt x="134408" y="384175"/>
                        <a:pt x="110067" y="530225"/>
                        <a:pt x="104775" y="660400"/>
                      </a:cubicBezTo>
                      <a:lnTo>
                        <a:pt x="0" y="657225"/>
                      </a:lnTo>
                      <a:cubicBezTo>
                        <a:pt x="21167" y="508000"/>
                        <a:pt x="35983" y="276225"/>
                        <a:pt x="149225" y="28575"/>
                      </a:cubicBezTo>
                      <a:lnTo>
                        <a:pt x="336550" y="0"/>
                      </a:ln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3" name="Freeform 42"/>
                <p:cNvSpPr/>
                <p:nvPr/>
              </p:nvSpPr>
              <p:spPr bwMode="auto">
                <a:xfrm>
                  <a:off x="7414243" y="2691300"/>
                  <a:ext cx="139082" cy="68948"/>
                </a:xfrm>
                <a:custGeom>
                  <a:avLst/>
                  <a:gdLst>
                    <a:gd name="connsiteX0" fmla="*/ 93857 w 187714"/>
                    <a:gd name="connsiteY0" fmla="*/ 0 h 93056"/>
                    <a:gd name="connsiteX1" fmla="*/ 180525 w 187714"/>
                    <a:gd name="connsiteY1" fmla="*/ 57448 h 93056"/>
                    <a:gd name="connsiteX2" fmla="*/ 187714 w 187714"/>
                    <a:gd name="connsiteY2" fmla="*/ 93056 h 93056"/>
                    <a:gd name="connsiteX3" fmla="*/ 0 w 187714"/>
                    <a:gd name="connsiteY3" fmla="*/ 93056 h 93056"/>
                    <a:gd name="connsiteX4" fmla="*/ 7189 w 187714"/>
                    <a:gd name="connsiteY4" fmla="*/ 57448 h 93056"/>
                    <a:gd name="connsiteX5" fmla="*/ 93857 w 187714"/>
                    <a:gd name="connsiteY5" fmla="*/ 0 h 9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714" h="93056">
                      <a:moveTo>
                        <a:pt x="93857" y="0"/>
                      </a:moveTo>
                      <a:cubicBezTo>
                        <a:pt x="132818" y="0"/>
                        <a:pt x="166246" y="23688"/>
                        <a:pt x="180525" y="57448"/>
                      </a:cubicBezTo>
                      <a:lnTo>
                        <a:pt x="187714" y="93056"/>
                      </a:lnTo>
                      <a:lnTo>
                        <a:pt x="0" y="93056"/>
                      </a:lnTo>
                      <a:lnTo>
                        <a:pt x="7189" y="57448"/>
                      </a:lnTo>
                      <a:cubicBezTo>
                        <a:pt x="21468" y="23688"/>
                        <a:pt x="54896" y="0"/>
                        <a:pt x="93857" y="0"/>
                      </a:cubicBezTo>
                      <a:close/>
                    </a:path>
                  </a:pathLst>
                </a:custGeom>
                <a:solidFill>
                  <a:schemeClr val="accent3">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836" dirty="0">
                    <a:solidFill>
                      <a:srgbClr val="FFFFFF"/>
                    </a:solidFill>
                  </a:endParaRPr>
                </a:p>
              </p:txBody>
            </p:sp>
            <p:sp>
              <p:nvSpPr>
                <p:cNvPr id="44" name="Freeform 43"/>
                <p:cNvSpPr/>
                <p:nvPr/>
              </p:nvSpPr>
              <p:spPr bwMode="auto">
                <a:xfrm>
                  <a:off x="7578549" y="2691300"/>
                  <a:ext cx="139082" cy="68948"/>
                </a:xfrm>
                <a:custGeom>
                  <a:avLst/>
                  <a:gdLst>
                    <a:gd name="connsiteX0" fmla="*/ 93857 w 187714"/>
                    <a:gd name="connsiteY0" fmla="*/ 0 h 93056"/>
                    <a:gd name="connsiteX1" fmla="*/ 180525 w 187714"/>
                    <a:gd name="connsiteY1" fmla="*/ 57448 h 93056"/>
                    <a:gd name="connsiteX2" fmla="*/ 187714 w 187714"/>
                    <a:gd name="connsiteY2" fmla="*/ 93056 h 93056"/>
                    <a:gd name="connsiteX3" fmla="*/ 0 w 187714"/>
                    <a:gd name="connsiteY3" fmla="*/ 93056 h 93056"/>
                    <a:gd name="connsiteX4" fmla="*/ 7189 w 187714"/>
                    <a:gd name="connsiteY4" fmla="*/ 57448 h 93056"/>
                    <a:gd name="connsiteX5" fmla="*/ 93857 w 187714"/>
                    <a:gd name="connsiteY5" fmla="*/ 0 h 9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714" h="93056">
                      <a:moveTo>
                        <a:pt x="93857" y="0"/>
                      </a:moveTo>
                      <a:cubicBezTo>
                        <a:pt x="132818" y="0"/>
                        <a:pt x="166246" y="23688"/>
                        <a:pt x="180525" y="57448"/>
                      </a:cubicBezTo>
                      <a:lnTo>
                        <a:pt x="187714" y="93056"/>
                      </a:lnTo>
                      <a:lnTo>
                        <a:pt x="0" y="93056"/>
                      </a:lnTo>
                      <a:lnTo>
                        <a:pt x="7189" y="57448"/>
                      </a:lnTo>
                      <a:cubicBezTo>
                        <a:pt x="21468" y="23688"/>
                        <a:pt x="54896" y="0"/>
                        <a:pt x="93857" y="0"/>
                      </a:cubicBezTo>
                      <a:close/>
                    </a:path>
                  </a:pathLst>
                </a:custGeom>
                <a:solidFill>
                  <a:schemeClr val="accent3">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836" dirty="0">
                    <a:solidFill>
                      <a:srgbClr val="FFFFFF"/>
                    </a:solidFill>
                  </a:endParaRPr>
                </a:p>
              </p:txBody>
            </p:sp>
            <p:sp>
              <p:nvSpPr>
                <p:cNvPr id="45" name="Freeform 44"/>
                <p:cNvSpPr/>
                <p:nvPr/>
              </p:nvSpPr>
              <p:spPr bwMode="auto">
                <a:xfrm rot="5400000">
                  <a:off x="7369932" y="462960"/>
                  <a:ext cx="392904" cy="309562"/>
                </a:xfrm>
                <a:custGeom>
                  <a:avLst/>
                  <a:gdLst>
                    <a:gd name="connsiteX0" fmla="*/ 0 w 392904"/>
                    <a:gd name="connsiteY0" fmla="*/ 184191 h 309562"/>
                    <a:gd name="connsiteX1" fmla="*/ 0 w 392904"/>
                    <a:gd name="connsiteY1" fmla="*/ 125371 h 309562"/>
                    <a:gd name="connsiteX2" fmla="*/ 95323 w 392904"/>
                    <a:gd name="connsiteY2" fmla="*/ 30048 h 309562"/>
                    <a:gd name="connsiteX3" fmla="*/ 107911 w 392904"/>
                    <a:gd name="connsiteY3" fmla="*/ 30048 h 309562"/>
                    <a:gd name="connsiteX4" fmla="*/ 116458 w 392904"/>
                    <a:gd name="connsiteY4" fmla="*/ 9416 h 309562"/>
                    <a:gd name="connsiteX5" fmla="*/ 139189 w 392904"/>
                    <a:gd name="connsiteY5" fmla="*/ 0 h 309562"/>
                    <a:gd name="connsiteX6" fmla="*/ 182279 w 392904"/>
                    <a:gd name="connsiteY6" fmla="*/ 0 h 309562"/>
                    <a:gd name="connsiteX7" fmla="*/ 205010 w 392904"/>
                    <a:gd name="connsiteY7" fmla="*/ 9416 h 309562"/>
                    <a:gd name="connsiteX8" fmla="*/ 213557 w 392904"/>
                    <a:gd name="connsiteY8" fmla="*/ 30048 h 309562"/>
                    <a:gd name="connsiteX9" fmla="*/ 252339 w 392904"/>
                    <a:gd name="connsiteY9" fmla="*/ 30048 h 309562"/>
                    <a:gd name="connsiteX10" fmla="*/ 319742 w 392904"/>
                    <a:gd name="connsiteY10" fmla="*/ 57968 h 309562"/>
                    <a:gd name="connsiteX11" fmla="*/ 336441 w 392904"/>
                    <a:gd name="connsiteY11" fmla="*/ 82735 h 309562"/>
                    <a:gd name="connsiteX12" fmla="*/ 357186 w 392904"/>
                    <a:gd name="connsiteY12" fmla="*/ 80848 h 309562"/>
                    <a:gd name="connsiteX13" fmla="*/ 392904 w 392904"/>
                    <a:gd name="connsiteY13" fmla="*/ 152286 h 309562"/>
                    <a:gd name="connsiteX14" fmla="*/ 357186 w 392904"/>
                    <a:gd name="connsiteY14" fmla="*/ 235629 h 309562"/>
                    <a:gd name="connsiteX15" fmla="*/ 330992 w 392904"/>
                    <a:gd name="connsiteY15" fmla="*/ 235629 h 309562"/>
                    <a:gd name="connsiteX16" fmla="*/ 330992 w 392904"/>
                    <a:gd name="connsiteY16" fmla="*/ 234909 h 309562"/>
                    <a:gd name="connsiteX17" fmla="*/ 319742 w 392904"/>
                    <a:gd name="connsiteY17" fmla="*/ 251594 h 309562"/>
                    <a:gd name="connsiteX18" fmla="*/ 252339 w 392904"/>
                    <a:gd name="connsiteY18" fmla="*/ 279514 h 309562"/>
                    <a:gd name="connsiteX19" fmla="*/ 213557 w 392904"/>
                    <a:gd name="connsiteY19" fmla="*/ 279514 h 309562"/>
                    <a:gd name="connsiteX20" fmla="*/ 205010 w 392904"/>
                    <a:gd name="connsiteY20" fmla="*/ 300146 h 309562"/>
                    <a:gd name="connsiteX21" fmla="*/ 182279 w 392904"/>
                    <a:gd name="connsiteY21" fmla="*/ 309562 h 309562"/>
                    <a:gd name="connsiteX22" fmla="*/ 139189 w 392904"/>
                    <a:gd name="connsiteY22" fmla="*/ 309562 h 309562"/>
                    <a:gd name="connsiteX23" fmla="*/ 116458 w 392904"/>
                    <a:gd name="connsiteY23" fmla="*/ 300146 h 309562"/>
                    <a:gd name="connsiteX24" fmla="*/ 107911 w 392904"/>
                    <a:gd name="connsiteY24" fmla="*/ 279514 h 309562"/>
                    <a:gd name="connsiteX25" fmla="*/ 95323 w 392904"/>
                    <a:gd name="connsiteY25" fmla="*/ 279514 h 309562"/>
                    <a:gd name="connsiteX26" fmla="*/ 0 w 392904"/>
                    <a:gd name="connsiteY26" fmla="*/ 184191 h 30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2904" h="309562">
                      <a:moveTo>
                        <a:pt x="0" y="184191"/>
                      </a:moveTo>
                      <a:lnTo>
                        <a:pt x="0" y="125371"/>
                      </a:lnTo>
                      <a:cubicBezTo>
                        <a:pt x="0" y="72726"/>
                        <a:pt x="42678" y="30048"/>
                        <a:pt x="95323" y="30048"/>
                      </a:cubicBezTo>
                      <a:lnTo>
                        <a:pt x="107911" y="30048"/>
                      </a:lnTo>
                      <a:lnTo>
                        <a:pt x="116458" y="9416"/>
                      </a:lnTo>
                      <a:cubicBezTo>
                        <a:pt x="122275" y="3598"/>
                        <a:pt x="130312" y="0"/>
                        <a:pt x="139189" y="0"/>
                      </a:cubicBezTo>
                      <a:lnTo>
                        <a:pt x="182279" y="0"/>
                      </a:lnTo>
                      <a:cubicBezTo>
                        <a:pt x="191156" y="0"/>
                        <a:pt x="199193" y="3598"/>
                        <a:pt x="205010" y="9416"/>
                      </a:cubicBezTo>
                      <a:lnTo>
                        <a:pt x="213557" y="30048"/>
                      </a:lnTo>
                      <a:lnTo>
                        <a:pt x="252339" y="30048"/>
                      </a:lnTo>
                      <a:cubicBezTo>
                        <a:pt x="278662" y="30048"/>
                        <a:pt x="302492" y="40718"/>
                        <a:pt x="319742" y="57968"/>
                      </a:cubicBezTo>
                      <a:lnTo>
                        <a:pt x="336441" y="82735"/>
                      </a:lnTo>
                      <a:lnTo>
                        <a:pt x="357186" y="80848"/>
                      </a:lnTo>
                      <a:lnTo>
                        <a:pt x="392904" y="152286"/>
                      </a:lnTo>
                      <a:lnTo>
                        <a:pt x="357186" y="235629"/>
                      </a:lnTo>
                      <a:lnTo>
                        <a:pt x="330992" y="235629"/>
                      </a:lnTo>
                      <a:lnTo>
                        <a:pt x="330992" y="234909"/>
                      </a:lnTo>
                      <a:lnTo>
                        <a:pt x="319742" y="251594"/>
                      </a:lnTo>
                      <a:cubicBezTo>
                        <a:pt x="302492" y="268845"/>
                        <a:pt x="278662" y="279514"/>
                        <a:pt x="252339" y="279514"/>
                      </a:cubicBezTo>
                      <a:lnTo>
                        <a:pt x="213557" y="279514"/>
                      </a:lnTo>
                      <a:lnTo>
                        <a:pt x="205010" y="300146"/>
                      </a:lnTo>
                      <a:cubicBezTo>
                        <a:pt x="199193" y="305964"/>
                        <a:pt x="191156" y="309562"/>
                        <a:pt x="182279" y="309562"/>
                      </a:cubicBezTo>
                      <a:lnTo>
                        <a:pt x="139189" y="309562"/>
                      </a:lnTo>
                      <a:cubicBezTo>
                        <a:pt x="130312" y="309562"/>
                        <a:pt x="122275" y="305964"/>
                        <a:pt x="116458" y="300146"/>
                      </a:cubicBezTo>
                      <a:lnTo>
                        <a:pt x="107911" y="279514"/>
                      </a:lnTo>
                      <a:lnTo>
                        <a:pt x="95323" y="279514"/>
                      </a:lnTo>
                      <a:cubicBezTo>
                        <a:pt x="42678" y="279514"/>
                        <a:pt x="0" y="236836"/>
                        <a:pt x="0" y="184191"/>
                      </a:cubicBezTo>
                      <a:close/>
                    </a:path>
                  </a:pathLst>
                </a:cu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6" name="Freeform 45"/>
                <p:cNvSpPr/>
                <p:nvPr/>
              </p:nvSpPr>
              <p:spPr bwMode="auto">
                <a:xfrm>
                  <a:off x="7375560" y="303916"/>
                  <a:ext cx="364778" cy="283264"/>
                </a:xfrm>
                <a:custGeom>
                  <a:avLst/>
                  <a:gdLst>
                    <a:gd name="connsiteX0" fmla="*/ 300038 w 300038"/>
                    <a:gd name="connsiteY0" fmla="*/ 190500 h 190500"/>
                    <a:gd name="connsiteX1" fmla="*/ 271463 w 300038"/>
                    <a:gd name="connsiteY1" fmla="*/ 116681 h 190500"/>
                    <a:gd name="connsiteX2" fmla="*/ 195263 w 300038"/>
                    <a:gd name="connsiteY2" fmla="*/ 107156 h 190500"/>
                    <a:gd name="connsiteX3" fmla="*/ 52388 w 300038"/>
                    <a:gd name="connsiteY3" fmla="*/ 100012 h 190500"/>
                    <a:gd name="connsiteX4" fmla="*/ 21431 w 300038"/>
                    <a:gd name="connsiteY4" fmla="*/ 119062 h 190500"/>
                    <a:gd name="connsiteX5" fmla="*/ 23813 w 300038"/>
                    <a:gd name="connsiteY5" fmla="*/ 164306 h 190500"/>
                    <a:gd name="connsiteX6" fmla="*/ 0 w 300038"/>
                    <a:gd name="connsiteY6" fmla="*/ 171450 h 190500"/>
                    <a:gd name="connsiteX7" fmla="*/ 97631 w 300038"/>
                    <a:gd name="connsiteY7" fmla="*/ 0 h 190500"/>
                    <a:gd name="connsiteX8" fmla="*/ 214313 w 300038"/>
                    <a:gd name="connsiteY8" fmla="*/ 40481 h 190500"/>
                    <a:gd name="connsiteX9" fmla="*/ 300038 w 300038"/>
                    <a:gd name="connsiteY9" fmla="*/ 190500 h 190500"/>
                    <a:gd name="connsiteX0" fmla="*/ 300038 w 300038"/>
                    <a:gd name="connsiteY0" fmla="*/ 190500 h 190500"/>
                    <a:gd name="connsiteX1" fmla="*/ 271463 w 300038"/>
                    <a:gd name="connsiteY1" fmla="*/ 116681 h 190500"/>
                    <a:gd name="connsiteX2" fmla="*/ 195263 w 300038"/>
                    <a:gd name="connsiteY2" fmla="*/ 107156 h 190500"/>
                    <a:gd name="connsiteX3" fmla="*/ 52388 w 300038"/>
                    <a:gd name="connsiteY3" fmla="*/ 100012 h 190500"/>
                    <a:gd name="connsiteX4" fmla="*/ 21431 w 300038"/>
                    <a:gd name="connsiteY4" fmla="*/ 119062 h 190500"/>
                    <a:gd name="connsiteX5" fmla="*/ 23813 w 300038"/>
                    <a:gd name="connsiteY5" fmla="*/ 164306 h 190500"/>
                    <a:gd name="connsiteX6" fmla="*/ 0 w 300038"/>
                    <a:gd name="connsiteY6" fmla="*/ 171450 h 190500"/>
                    <a:gd name="connsiteX7" fmla="*/ 97631 w 300038"/>
                    <a:gd name="connsiteY7" fmla="*/ 0 h 190500"/>
                    <a:gd name="connsiteX8" fmla="*/ 214313 w 300038"/>
                    <a:gd name="connsiteY8" fmla="*/ 40481 h 190500"/>
                    <a:gd name="connsiteX9" fmla="*/ 300038 w 300038"/>
                    <a:gd name="connsiteY9" fmla="*/ 190500 h 190500"/>
                    <a:gd name="connsiteX0" fmla="*/ 300038 w 300038"/>
                    <a:gd name="connsiteY0" fmla="*/ 190500 h 190500"/>
                    <a:gd name="connsiteX1" fmla="*/ 271463 w 300038"/>
                    <a:gd name="connsiteY1" fmla="*/ 116681 h 190500"/>
                    <a:gd name="connsiteX2" fmla="*/ 195263 w 300038"/>
                    <a:gd name="connsiteY2" fmla="*/ 107156 h 190500"/>
                    <a:gd name="connsiteX3" fmla="*/ 52388 w 300038"/>
                    <a:gd name="connsiteY3" fmla="*/ 100012 h 190500"/>
                    <a:gd name="connsiteX4" fmla="*/ 21431 w 300038"/>
                    <a:gd name="connsiteY4" fmla="*/ 119062 h 190500"/>
                    <a:gd name="connsiteX5" fmla="*/ 23813 w 300038"/>
                    <a:gd name="connsiteY5" fmla="*/ 164306 h 190500"/>
                    <a:gd name="connsiteX6" fmla="*/ 0 w 300038"/>
                    <a:gd name="connsiteY6" fmla="*/ 171450 h 190500"/>
                    <a:gd name="connsiteX7" fmla="*/ 97631 w 300038"/>
                    <a:gd name="connsiteY7" fmla="*/ 0 h 190500"/>
                    <a:gd name="connsiteX8" fmla="*/ 214313 w 300038"/>
                    <a:gd name="connsiteY8" fmla="*/ 40481 h 190500"/>
                    <a:gd name="connsiteX9" fmla="*/ 300038 w 300038"/>
                    <a:gd name="connsiteY9" fmla="*/ 190500 h 190500"/>
                    <a:gd name="connsiteX0" fmla="*/ 300038 w 301649"/>
                    <a:gd name="connsiteY0" fmla="*/ 190500 h 190500"/>
                    <a:gd name="connsiteX1" fmla="*/ 271463 w 301649"/>
                    <a:gd name="connsiteY1" fmla="*/ 116681 h 190500"/>
                    <a:gd name="connsiteX2" fmla="*/ 195263 w 301649"/>
                    <a:gd name="connsiteY2" fmla="*/ 107156 h 190500"/>
                    <a:gd name="connsiteX3" fmla="*/ 52388 w 301649"/>
                    <a:gd name="connsiteY3" fmla="*/ 100012 h 190500"/>
                    <a:gd name="connsiteX4" fmla="*/ 21431 w 301649"/>
                    <a:gd name="connsiteY4" fmla="*/ 119062 h 190500"/>
                    <a:gd name="connsiteX5" fmla="*/ 23813 w 301649"/>
                    <a:gd name="connsiteY5" fmla="*/ 164306 h 190500"/>
                    <a:gd name="connsiteX6" fmla="*/ 0 w 301649"/>
                    <a:gd name="connsiteY6" fmla="*/ 171450 h 190500"/>
                    <a:gd name="connsiteX7" fmla="*/ 97631 w 301649"/>
                    <a:gd name="connsiteY7" fmla="*/ 0 h 190500"/>
                    <a:gd name="connsiteX8" fmla="*/ 214313 w 301649"/>
                    <a:gd name="connsiteY8" fmla="*/ 40481 h 190500"/>
                    <a:gd name="connsiteX9" fmla="*/ 300038 w 301649"/>
                    <a:gd name="connsiteY9" fmla="*/ 190500 h 190500"/>
                    <a:gd name="connsiteX0" fmla="*/ 300038 w 301649"/>
                    <a:gd name="connsiteY0" fmla="*/ 194507 h 194507"/>
                    <a:gd name="connsiteX1" fmla="*/ 271463 w 301649"/>
                    <a:gd name="connsiteY1" fmla="*/ 120688 h 194507"/>
                    <a:gd name="connsiteX2" fmla="*/ 195263 w 301649"/>
                    <a:gd name="connsiteY2" fmla="*/ 111163 h 194507"/>
                    <a:gd name="connsiteX3" fmla="*/ 52388 w 301649"/>
                    <a:gd name="connsiteY3" fmla="*/ 104019 h 194507"/>
                    <a:gd name="connsiteX4" fmla="*/ 21431 w 301649"/>
                    <a:gd name="connsiteY4" fmla="*/ 123069 h 194507"/>
                    <a:gd name="connsiteX5" fmla="*/ 23813 w 301649"/>
                    <a:gd name="connsiteY5" fmla="*/ 168313 h 194507"/>
                    <a:gd name="connsiteX6" fmla="*/ 0 w 301649"/>
                    <a:gd name="connsiteY6" fmla="*/ 175457 h 194507"/>
                    <a:gd name="connsiteX7" fmla="*/ 97631 w 301649"/>
                    <a:gd name="connsiteY7" fmla="*/ 4007 h 194507"/>
                    <a:gd name="connsiteX8" fmla="*/ 214313 w 301649"/>
                    <a:gd name="connsiteY8" fmla="*/ 44488 h 194507"/>
                    <a:gd name="connsiteX9" fmla="*/ 300038 w 301649"/>
                    <a:gd name="connsiteY9" fmla="*/ 194507 h 194507"/>
                    <a:gd name="connsiteX0" fmla="*/ 300038 w 301649"/>
                    <a:gd name="connsiteY0" fmla="*/ 195665 h 195665"/>
                    <a:gd name="connsiteX1" fmla="*/ 271463 w 301649"/>
                    <a:gd name="connsiteY1" fmla="*/ 121846 h 195665"/>
                    <a:gd name="connsiteX2" fmla="*/ 195263 w 301649"/>
                    <a:gd name="connsiteY2" fmla="*/ 112321 h 195665"/>
                    <a:gd name="connsiteX3" fmla="*/ 52388 w 301649"/>
                    <a:gd name="connsiteY3" fmla="*/ 105177 h 195665"/>
                    <a:gd name="connsiteX4" fmla="*/ 21431 w 301649"/>
                    <a:gd name="connsiteY4" fmla="*/ 124227 h 195665"/>
                    <a:gd name="connsiteX5" fmla="*/ 23813 w 301649"/>
                    <a:gd name="connsiteY5" fmla="*/ 169471 h 195665"/>
                    <a:gd name="connsiteX6" fmla="*/ 0 w 301649"/>
                    <a:gd name="connsiteY6" fmla="*/ 176615 h 195665"/>
                    <a:gd name="connsiteX7" fmla="*/ 97631 w 301649"/>
                    <a:gd name="connsiteY7" fmla="*/ 5165 h 195665"/>
                    <a:gd name="connsiteX8" fmla="*/ 214313 w 301649"/>
                    <a:gd name="connsiteY8" fmla="*/ 45646 h 195665"/>
                    <a:gd name="connsiteX9" fmla="*/ 300038 w 301649"/>
                    <a:gd name="connsiteY9" fmla="*/ 195665 h 195665"/>
                    <a:gd name="connsiteX0" fmla="*/ 300038 w 301649"/>
                    <a:gd name="connsiteY0" fmla="*/ 195665 h 195665"/>
                    <a:gd name="connsiteX1" fmla="*/ 271463 w 301649"/>
                    <a:gd name="connsiteY1" fmla="*/ 121846 h 195665"/>
                    <a:gd name="connsiteX2" fmla="*/ 195263 w 301649"/>
                    <a:gd name="connsiteY2" fmla="*/ 112321 h 195665"/>
                    <a:gd name="connsiteX3" fmla="*/ 52388 w 301649"/>
                    <a:gd name="connsiteY3" fmla="*/ 105177 h 195665"/>
                    <a:gd name="connsiteX4" fmla="*/ 45243 w 301649"/>
                    <a:gd name="connsiteY4" fmla="*/ 150420 h 195665"/>
                    <a:gd name="connsiteX5" fmla="*/ 23813 w 301649"/>
                    <a:gd name="connsiteY5" fmla="*/ 169471 h 195665"/>
                    <a:gd name="connsiteX6" fmla="*/ 0 w 301649"/>
                    <a:gd name="connsiteY6" fmla="*/ 176615 h 195665"/>
                    <a:gd name="connsiteX7" fmla="*/ 97631 w 301649"/>
                    <a:gd name="connsiteY7" fmla="*/ 5165 h 195665"/>
                    <a:gd name="connsiteX8" fmla="*/ 214313 w 301649"/>
                    <a:gd name="connsiteY8" fmla="*/ 45646 h 195665"/>
                    <a:gd name="connsiteX9" fmla="*/ 300038 w 301649"/>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5688 w 302094"/>
                    <a:gd name="connsiteY4" fmla="*/ 150420 h 195665"/>
                    <a:gd name="connsiteX5" fmla="*/ 24258 w 302094"/>
                    <a:gd name="connsiteY5" fmla="*/ 169471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5688 w 302094"/>
                    <a:gd name="connsiteY4" fmla="*/ 150420 h 195665"/>
                    <a:gd name="connsiteX5" fmla="*/ 21877 w 302094"/>
                    <a:gd name="connsiteY5" fmla="*/ 131371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3307 w 302094"/>
                    <a:gd name="connsiteY4" fmla="*/ 126608 h 195665"/>
                    <a:gd name="connsiteX5" fmla="*/ 21877 w 302094"/>
                    <a:gd name="connsiteY5" fmla="*/ 131371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3307 w 302094"/>
                    <a:gd name="connsiteY4" fmla="*/ 126608 h 195665"/>
                    <a:gd name="connsiteX5" fmla="*/ 12352 w 302094"/>
                    <a:gd name="connsiteY5" fmla="*/ 171852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3307 w 302094"/>
                    <a:gd name="connsiteY4" fmla="*/ 126608 h 195665"/>
                    <a:gd name="connsiteX5" fmla="*/ 12352 w 302094"/>
                    <a:gd name="connsiteY5" fmla="*/ 171852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3307 w 302094"/>
                    <a:gd name="connsiteY4" fmla="*/ 126608 h 195665"/>
                    <a:gd name="connsiteX5" fmla="*/ 12352 w 302094"/>
                    <a:gd name="connsiteY5" fmla="*/ 171852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3307 w 302094"/>
                    <a:gd name="connsiteY4" fmla="*/ 126608 h 195665"/>
                    <a:gd name="connsiteX5" fmla="*/ 12352 w 302094"/>
                    <a:gd name="connsiteY5" fmla="*/ 171852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2094"/>
                    <a:gd name="connsiteY0" fmla="*/ 195665 h 195665"/>
                    <a:gd name="connsiteX1" fmla="*/ 271908 w 302094"/>
                    <a:gd name="connsiteY1" fmla="*/ 121846 h 195665"/>
                    <a:gd name="connsiteX2" fmla="*/ 195708 w 302094"/>
                    <a:gd name="connsiteY2" fmla="*/ 112321 h 195665"/>
                    <a:gd name="connsiteX3" fmla="*/ 52833 w 302094"/>
                    <a:gd name="connsiteY3" fmla="*/ 105177 h 195665"/>
                    <a:gd name="connsiteX4" fmla="*/ 43307 w 302094"/>
                    <a:gd name="connsiteY4" fmla="*/ 126608 h 195665"/>
                    <a:gd name="connsiteX5" fmla="*/ 12352 w 302094"/>
                    <a:gd name="connsiteY5" fmla="*/ 171852 h 195665"/>
                    <a:gd name="connsiteX6" fmla="*/ 445 w 302094"/>
                    <a:gd name="connsiteY6" fmla="*/ 176615 h 195665"/>
                    <a:gd name="connsiteX7" fmla="*/ 98076 w 302094"/>
                    <a:gd name="connsiteY7" fmla="*/ 5165 h 195665"/>
                    <a:gd name="connsiteX8" fmla="*/ 214758 w 302094"/>
                    <a:gd name="connsiteY8" fmla="*/ 45646 h 195665"/>
                    <a:gd name="connsiteX9" fmla="*/ 300483 w 302094"/>
                    <a:gd name="connsiteY9" fmla="*/ 195665 h 195665"/>
                    <a:gd name="connsiteX0" fmla="*/ 300483 w 301906"/>
                    <a:gd name="connsiteY0" fmla="*/ 195665 h 195665"/>
                    <a:gd name="connsiteX1" fmla="*/ 271908 w 301906"/>
                    <a:gd name="connsiteY1" fmla="*/ 121846 h 195665"/>
                    <a:gd name="connsiteX2" fmla="*/ 195708 w 301906"/>
                    <a:gd name="connsiteY2" fmla="*/ 112321 h 195665"/>
                    <a:gd name="connsiteX3" fmla="*/ 52833 w 301906"/>
                    <a:gd name="connsiteY3" fmla="*/ 105177 h 195665"/>
                    <a:gd name="connsiteX4" fmla="*/ 43307 w 301906"/>
                    <a:gd name="connsiteY4" fmla="*/ 126608 h 195665"/>
                    <a:gd name="connsiteX5" fmla="*/ 12352 w 301906"/>
                    <a:gd name="connsiteY5" fmla="*/ 171852 h 195665"/>
                    <a:gd name="connsiteX6" fmla="*/ 445 w 301906"/>
                    <a:gd name="connsiteY6" fmla="*/ 176615 h 195665"/>
                    <a:gd name="connsiteX7" fmla="*/ 98076 w 301906"/>
                    <a:gd name="connsiteY7" fmla="*/ 5165 h 195665"/>
                    <a:gd name="connsiteX8" fmla="*/ 214758 w 301906"/>
                    <a:gd name="connsiteY8" fmla="*/ 45646 h 195665"/>
                    <a:gd name="connsiteX9" fmla="*/ 300483 w 301906"/>
                    <a:gd name="connsiteY9" fmla="*/ 195665 h 195665"/>
                    <a:gd name="connsiteX0" fmla="*/ 300483 w 301906"/>
                    <a:gd name="connsiteY0" fmla="*/ 195665 h 195665"/>
                    <a:gd name="connsiteX1" fmla="*/ 271908 w 301906"/>
                    <a:gd name="connsiteY1" fmla="*/ 121846 h 195665"/>
                    <a:gd name="connsiteX2" fmla="*/ 195708 w 301906"/>
                    <a:gd name="connsiteY2" fmla="*/ 112321 h 195665"/>
                    <a:gd name="connsiteX3" fmla="*/ 52833 w 301906"/>
                    <a:gd name="connsiteY3" fmla="*/ 105177 h 195665"/>
                    <a:gd name="connsiteX4" fmla="*/ 43307 w 301906"/>
                    <a:gd name="connsiteY4" fmla="*/ 126608 h 195665"/>
                    <a:gd name="connsiteX5" fmla="*/ 12352 w 301906"/>
                    <a:gd name="connsiteY5" fmla="*/ 171852 h 195665"/>
                    <a:gd name="connsiteX6" fmla="*/ 445 w 301906"/>
                    <a:gd name="connsiteY6" fmla="*/ 176615 h 195665"/>
                    <a:gd name="connsiteX7" fmla="*/ 98076 w 301906"/>
                    <a:gd name="connsiteY7" fmla="*/ 5165 h 195665"/>
                    <a:gd name="connsiteX8" fmla="*/ 214758 w 301906"/>
                    <a:gd name="connsiteY8" fmla="*/ 45646 h 195665"/>
                    <a:gd name="connsiteX9" fmla="*/ 300483 w 301906"/>
                    <a:gd name="connsiteY9" fmla="*/ 195665 h 195665"/>
                    <a:gd name="connsiteX0" fmla="*/ 300157 w 305426"/>
                    <a:gd name="connsiteY0" fmla="*/ 207197 h 207197"/>
                    <a:gd name="connsiteX1" fmla="*/ 271582 w 305426"/>
                    <a:gd name="connsiteY1" fmla="*/ 133378 h 207197"/>
                    <a:gd name="connsiteX2" fmla="*/ 195382 w 305426"/>
                    <a:gd name="connsiteY2" fmla="*/ 123853 h 207197"/>
                    <a:gd name="connsiteX3" fmla="*/ 52507 w 305426"/>
                    <a:gd name="connsiteY3" fmla="*/ 116709 h 207197"/>
                    <a:gd name="connsiteX4" fmla="*/ 42981 w 305426"/>
                    <a:gd name="connsiteY4" fmla="*/ 138140 h 207197"/>
                    <a:gd name="connsiteX5" fmla="*/ 12026 w 305426"/>
                    <a:gd name="connsiteY5" fmla="*/ 183384 h 207197"/>
                    <a:gd name="connsiteX6" fmla="*/ 119 w 305426"/>
                    <a:gd name="connsiteY6" fmla="*/ 188147 h 207197"/>
                    <a:gd name="connsiteX7" fmla="*/ 97750 w 305426"/>
                    <a:gd name="connsiteY7" fmla="*/ 16697 h 207197"/>
                    <a:gd name="connsiteX8" fmla="*/ 236657 w 305426"/>
                    <a:gd name="connsiteY8" fmla="*/ 25428 h 207197"/>
                    <a:gd name="connsiteX9" fmla="*/ 300157 w 305426"/>
                    <a:gd name="connsiteY9" fmla="*/ 207197 h 207197"/>
                    <a:gd name="connsiteX0" fmla="*/ 301589 w 306858"/>
                    <a:gd name="connsiteY0" fmla="*/ 228594 h 228594"/>
                    <a:gd name="connsiteX1" fmla="*/ 273014 w 306858"/>
                    <a:gd name="connsiteY1" fmla="*/ 154775 h 228594"/>
                    <a:gd name="connsiteX2" fmla="*/ 196814 w 306858"/>
                    <a:gd name="connsiteY2" fmla="*/ 145250 h 228594"/>
                    <a:gd name="connsiteX3" fmla="*/ 53939 w 306858"/>
                    <a:gd name="connsiteY3" fmla="*/ 138106 h 228594"/>
                    <a:gd name="connsiteX4" fmla="*/ 44413 w 306858"/>
                    <a:gd name="connsiteY4" fmla="*/ 159537 h 228594"/>
                    <a:gd name="connsiteX5" fmla="*/ 13458 w 306858"/>
                    <a:gd name="connsiteY5" fmla="*/ 204781 h 228594"/>
                    <a:gd name="connsiteX6" fmla="*/ 1551 w 306858"/>
                    <a:gd name="connsiteY6" fmla="*/ 209544 h 228594"/>
                    <a:gd name="connsiteX7" fmla="*/ 35682 w 306858"/>
                    <a:gd name="connsiteY7" fmla="*/ 9519 h 228594"/>
                    <a:gd name="connsiteX8" fmla="*/ 238089 w 306858"/>
                    <a:gd name="connsiteY8" fmla="*/ 46825 h 228594"/>
                    <a:gd name="connsiteX9" fmla="*/ 301589 w 306858"/>
                    <a:gd name="connsiteY9" fmla="*/ 228594 h 228594"/>
                    <a:gd name="connsiteX0" fmla="*/ 309678 w 314947"/>
                    <a:gd name="connsiteY0" fmla="*/ 254831 h 254831"/>
                    <a:gd name="connsiteX1" fmla="*/ 281103 w 314947"/>
                    <a:gd name="connsiteY1" fmla="*/ 181012 h 254831"/>
                    <a:gd name="connsiteX2" fmla="*/ 204903 w 314947"/>
                    <a:gd name="connsiteY2" fmla="*/ 171487 h 254831"/>
                    <a:gd name="connsiteX3" fmla="*/ 62028 w 314947"/>
                    <a:gd name="connsiteY3" fmla="*/ 164343 h 254831"/>
                    <a:gd name="connsiteX4" fmla="*/ 52502 w 314947"/>
                    <a:gd name="connsiteY4" fmla="*/ 185774 h 254831"/>
                    <a:gd name="connsiteX5" fmla="*/ 21547 w 314947"/>
                    <a:gd name="connsiteY5" fmla="*/ 231018 h 254831"/>
                    <a:gd name="connsiteX6" fmla="*/ 9640 w 314947"/>
                    <a:gd name="connsiteY6" fmla="*/ 235781 h 254831"/>
                    <a:gd name="connsiteX7" fmla="*/ 43771 w 314947"/>
                    <a:gd name="connsiteY7" fmla="*/ 35756 h 254831"/>
                    <a:gd name="connsiteX8" fmla="*/ 246178 w 314947"/>
                    <a:gd name="connsiteY8" fmla="*/ 73062 h 254831"/>
                    <a:gd name="connsiteX9" fmla="*/ 309678 w 314947"/>
                    <a:gd name="connsiteY9" fmla="*/ 254831 h 254831"/>
                    <a:gd name="connsiteX0" fmla="*/ 322378 w 324871"/>
                    <a:gd name="connsiteY0" fmla="*/ 280231 h 280231"/>
                    <a:gd name="connsiteX1" fmla="*/ 281103 w 324871"/>
                    <a:gd name="connsiteY1" fmla="*/ 181012 h 280231"/>
                    <a:gd name="connsiteX2" fmla="*/ 204903 w 324871"/>
                    <a:gd name="connsiteY2" fmla="*/ 171487 h 280231"/>
                    <a:gd name="connsiteX3" fmla="*/ 62028 w 324871"/>
                    <a:gd name="connsiteY3" fmla="*/ 164343 h 280231"/>
                    <a:gd name="connsiteX4" fmla="*/ 52502 w 324871"/>
                    <a:gd name="connsiteY4" fmla="*/ 185774 h 280231"/>
                    <a:gd name="connsiteX5" fmla="*/ 21547 w 324871"/>
                    <a:gd name="connsiteY5" fmla="*/ 231018 h 280231"/>
                    <a:gd name="connsiteX6" fmla="*/ 9640 w 324871"/>
                    <a:gd name="connsiteY6" fmla="*/ 235781 h 280231"/>
                    <a:gd name="connsiteX7" fmla="*/ 43771 w 324871"/>
                    <a:gd name="connsiteY7" fmla="*/ 35756 h 280231"/>
                    <a:gd name="connsiteX8" fmla="*/ 246178 w 324871"/>
                    <a:gd name="connsiteY8" fmla="*/ 73062 h 280231"/>
                    <a:gd name="connsiteX9" fmla="*/ 322378 w 324871"/>
                    <a:gd name="connsiteY9" fmla="*/ 280231 h 280231"/>
                    <a:gd name="connsiteX0" fmla="*/ 322378 w 335881"/>
                    <a:gd name="connsiteY0" fmla="*/ 280231 h 280231"/>
                    <a:gd name="connsiteX1" fmla="*/ 281103 w 335881"/>
                    <a:gd name="connsiteY1" fmla="*/ 181012 h 280231"/>
                    <a:gd name="connsiteX2" fmla="*/ 204903 w 335881"/>
                    <a:gd name="connsiteY2" fmla="*/ 171487 h 280231"/>
                    <a:gd name="connsiteX3" fmla="*/ 62028 w 335881"/>
                    <a:gd name="connsiteY3" fmla="*/ 164343 h 280231"/>
                    <a:gd name="connsiteX4" fmla="*/ 52502 w 335881"/>
                    <a:gd name="connsiteY4" fmla="*/ 185774 h 280231"/>
                    <a:gd name="connsiteX5" fmla="*/ 21547 w 335881"/>
                    <a:gd name="connsiteY5" fmla="*/ 231018 h 280231"/>
                    <a:gd name="connsiteX6" fmla="*/ 9640 w 335881"/>
                    <a:gd name="connsiteY6" fmla="*/ 235781 h 280231"/>
                    <a:gd name="connsiteX7" fmla="*/ 43771 w 335881"/>
                    <a:gd name="connsiteY7" fmla="*/ 35756 h 280231"/>
                    <a:gd name="connsiteX8" fmla="*/ 246178 w 335881"/>
                    <a:gd name="connsiteY8" fmla="*/ 73062 h 280231"/>
                    <a:gd name="connsiteX9" fmla="*/ 322378 w 335881"/>
                    <a:gd name="connsiteY9" fmla="*/ 280231 h 280231"/>
                    <a:gd name="connsiteX0" fmla="*/ 320006 w 333509"/>
                    <a:gd name="connsiteY0" fmla="*/ 256912 h 256912"/>
                    <a:gd name="connsiteX1" fmla="*/ 278731 w 333509"/>
                    <a:gd name="connsiteY1" fmla="*/ 157693 h 256912"/>
                    <a:gd name="connsiteX2" fmla="*/ 202531 w 333509"/>
                    <a:gd name="connsiteY2" fmla="*/ 148168 h 256912"/>
                    <a:gd name="connsiteX3" fmla="*/ 59656 w 333509"/>
                    <a:gd name="connsiteY3" fmla="*/ 141024 h 256912"/>
                    <a:gd name="connsiteX4" fmla="*/ 50130 w 333509"/>
                    <a:gd name="connsiteY4" fmla="*/ 162455 h 256912"/>
                    <a:gd name="connsiteX5" fmla="*/ 19175 w 333509"/>
                    <a:gd name="connsiteY5" fmla="*/ 207699 h 256912"/>
                    <a:gd name="connsiteX6" fmla="*/ 918 w 333509"/>
                    <a:gd name="connsiteY6" fmla="*/ 253737 h 256912"/>
                    <a:gd name="connsiteX7" fmla="*/ 41399 w 333509"/>
                    <a:gd name="connsiteY7" fmla="*/ 12437 h 256912"/>
                    <a:gd name="connsiteX8" fmla="*/ 243806 w 333509"/>
                    <a:gd name="connsiteY8" fmla="*/ 49743 h 256912"/>
                    <a:gd name="connsiteX9" fmla="*/ 320006 w 333509"/>
                    <a:gd name="connsiteY9" fmla="*/ 256912 h 256912"/>
                    <a:gd name="connsiteX0" fmla="*/ 340397 w 353900"/>
                    <a:gd name="connsiteY0" fmla="*/ 256912 h 256912"/>
                    <a:gd name="connsiteX1" fmla="*/ 299122 w 353900"/>
                    <a:gd name="connsiteY1" fmla="*/ 157693 h 256912"/>
                    <a:gd name="connsiteX2" fmla="*/ 222922 w 353900"/>
                    <a:gd name="connsiteY2" fmla="*/ 148168 h 256912"/>
                    <a:gd name="connsiteX3" fmla="*/ 80047 w 353900"/>
                    <a:gd name="connsiteY3" fmla="*/ 141024 h 256912"/>
                    <a:gd name="connsiteX4" fmla="*/ 70521 w 353900"/>
                    <a:gd name="connsiteY4" fmla="*/ 162455 h 256912"/>
                    <a:gd name="connsiteX5" fmla="*/ 39566 w 353900"/>
                    <a:gd name="connsiteY5" fmla="*/ 207699 h 256912"/>
                    <a:gd name="connsiteX6" fmla="*/ 21309 w 353900"/>
                    <a:gd name="connsiteY6" fmla="*/ 253737 h 256912"/>
                    <a:gd name="connsiteX7" fmla="*/ 61790 w 353900"/>
                    <a:gd name="connsiteY7" fmla="*/ 12437 h 256912"/>
                    <a:gd name="connsiteX8" fmla="*/ 264197 w 353900"/>
                    <a:gd name="connsiteY8" fmla="*/ 49743 h 256912"/>
                    <a:gd name="connsiteX9" fmla="*/ 340397 w 353900"/>
                    <a:gd name="connsiteY9" fmla="*/ 256912 h 256912"/>
                    <a:gd name="connsiteX0" fmla="*/ 351275 w 364778"/>
                    <a:gd name="connsiteY0" fmla="*/ 283264 h 283264"/>
                    <a:gd name="connsiteX1" fmla="*/ 310000 w 364778"/>
                    <a:gd name="connsiteY1" fmla="*/ 184045 h 283264"/>
                    <a:gd name="connsiteX2" fmla="*/ 233800 w 364778"/>
                    <a:gd name="connsiteY2" fmla="*/ 174520 h 283264"/>
                    <a:gd name="connsiteX3" fmla="*/ 90925 w 364778"/>
                    <a:gd name="connsiteY3" fmla="*/ 167376 h 283264"/>
                    <a:gd name="connsiteX4" fmla="*/ 81399 w 364778"/>
                    <a:gd name="connsiteY4" fmla="*/ 188807 h 283264"/>
                    <a:gd name="connsiteX5" fmla="*/ 50444 w 364778"/>
                    <a:gd name="connsiteY5" fmla="*/ 234051 h 283264"/>
                    <a:gd name="connsiteX6" fmla="*/ 32187 w 364778"/>
                    <a:gd name="connsiteY6" fmla="*/ 280089 h 283264"/>
                    <a:gd name="connsiteX7" fmla="*/ 72668 w 364778"/>
                    <a:gd name="connsiteY7" fmla="*/ 38789 h 283264"/>
                    <a:gd name="connsiteX8" fmla="*/ 275075 w 364778"/>
                    <a:gd name="connsiteY8" fmla="*/ 76095 h 283264"/>
                    <a:gd name="connsiteX9" fmla="*/ 351275 w 364778"/>
                    <a:gd name="connsiteY9" fmla="*/ 283264 h 283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4778" h="283264">
                      <a:moveTo>
                        <a:pt x="351275" y="283264"/>
                      </a:moveTo>
                      <a:cubicBezTo>
                        <a:pt x="282218" y="246752"/>
                        <a:pt x="319525" y="208651"/>
                        <a:pt x="310000" y="184045"/>
                      </a:cubicBezTo>
                      <a:cubicBezTo>
                        <a:pt x="284600" y="192777"/>
                        <a:pt x="259200" y="177695"/>
                        <a:pt x="233800" y="174520"/>
                      </a:cubicBezTo>
                      <a:cubicBezTo>
                        <a:pt x="155219" y="200714"/>
                        <a:pt x="124262" y="186426"/>
                        <a:pt x="90925" y="167376"/>
                      </a:cubicBezTo>
                      <a:lnTo>
                        <a:pt x="81399" y="188807"/>
                      </a:lnTo>
                      <a:cubicBezTo>
                        <a:pt x="71081" y="203888"/>
                        <a:pt x="70287" y="240402"/>
                        <a:pt x="50444" y="234051"/>
                      </a:cubicBezTo>
                      <a:lnTo>
                        <a:pt x="32187" y="280089"/>
                      </a:lnTo>
                      <a:cubicBezTo>
                        <a:pt x="-18613" y="186426"/>
                        <a:pt x="-12263" y="133113"/>
                        <a:pt x="72668" y="38789"/>
                      </a:cubicBezTo>
                      <a:cubicBezTo>
                        <a:pt x="157599" y="-55535"/>
                        <a:pt x="264756" y="48313"/>
                        <a:pt x="275075" y="76095"/>
                      </a:cubicBezTo>
                      <a:cubicBezTo>
                        <a:pt x="363181" y="61807"/>
                        <a:pt x="381438" y="253102"/>
                        <a:pt x="351275" y="283264"/>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30" name="Group 29"/>
              <p:cNvGrpSpPr/>
              <p:nvPr/>
            </p:nvGrpSpPr>
            <p:grpSpPr>
              <a:xfrm>
                <a:off x="2522859" y="1359643"/>
                <a:ext cx="1154473" cy="2326170"/>
                <a:chOff x="9257400" y="3524477"/>
                <a:chExt cx="514544" cy="1036762"/>
              </a:xfrm>
            </p:grpSpPr>
            <p:sp>
              <p:nvSpPr>
                <p:cNvPr id="31" name="Rounded Rectangle 30"/>
                <p:cNvSpPr/>
                <p:nvPr/>
              </p:nvSpPr>
              <p:spPr bwMode="auto">
                <a:xfrm>
                  <a:off x="9382183" y="3524477"/>
                  <a:ext cx="375766" cy="818329"/>
                </a:xfrm>
                <a:prstGeom prst="round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2" name="Rounded Rectangle 68"/>
                <p:cNvSpPr/>
                <p:nvPr/>
              </p:nvSpPr>
              <p:spPr>
                <a:xfrm>
                  <a:off x="9257400" y="3688839"/>
                  <a:ext cx="514544" cy="872400"/>
                </a:xfrm>
                <a:custGeom>
                  <a:avLst/>
                  <a:gdLst/>
                  <a:ahLst/>
                  <a:cxnLst/>
                  <a:rect l="l" t="t" r="r" b="b"/>
                  <a:pathLst>
                    <a:path w="736663" h="1468542">
                      <a:moveTo>
                        <a:pt x="127441" y="1331784"/>
                      </a:moveTo>
                      <a:lnTo>
                        <a:pt x="127441" y="1333372"/>
                      </a:lnTo>
                      <a:lnTo>
                        <a:pt x="126399" y="1332578"/>
                      </a:lnTo>
                      <a:close/>
                      <a:moveTo>
                        <a:pt x="369735" y="1314798"/>
                      </a:moveTo>
                      <a:lnTo>
                        <a:pt x="357710" y="1354631"/>
                      </a:lnTo>
                      <a:cubicBezTo>
                        <a:pt x="363388" y="1358973"/>
                        <a:pt x="380090" y="1370330"/>
                        <a:pt x="405310" y="1358639"/>
                      </a:cubicBezTo>
                      <a:lnTo>
                        <a:pt x="417335" y="1317052"/>
                      </a:lnTo>
                      <a:cubicBezTo>
                        <a:pt x="391197" y="1326823"/>
                        <a:pt x="381844" y="1320309"/>
                        <a:pt x="369735" y="1314798"/>
                      </a:cubicBezTo>
                      <a:close/>
                      <a:moveTo>
                        <a:pt x="140687" y="1309718"/>
                      </a:moveTo>
                      <a:lnTo>
                        <a:pt x="110683" y="1332578"/>
                      </a:lnTo>
                      <a:lnTo>
                        <a:pt x="140687" y="1355438"/>
                      </a:lnTo>
                      <a:lnTo>
                        <a:pt x="156403" y="1355438"/>
                      </a:lnTo>
                      <a:lnTo>
                        <a:pt x="133275" y="1337817"/>
                      </a:lnTo>
                      <a:lnTo>
                        <a:pt x="218881" y="1337817"/>
                      </a:lnTo>
                      <a:lnTo>
                        <a:pt x="218881" y="1328673"/>
                      </a:lnTo>
                      <a:lnTo>
                        <a:pt x="131524" y="1328673"/>
                      </a:lnTo>
                      <a:lnTo>
                        <a:pt x="156403" y="1309718"/>
                      </a:lnTo>
                      <a:close/>
                      <a:moveTo>
                        <a:pt x="341326" y="1303311"/>
                      </a:moveTo>
                      <a:cubicBezTo>
                        <a:pt x="330365" y="1302817"/>
                        <a:pt x="321446" y="1307351"/>
                        <a:pt x="317323" y="1308656"/>
                      </a:cubicBezTo>
                      <a:lnTo>
                        <a:pt x="305799" y="1349742"/>
                      </a:lnTo>
                      <a:cubicBezTo>
                        <a:pt x="332438" y="1338385"/>
                        <a:pt x="344297" y="1348072"/>
                        <a:pt x="350393" y="1351996"/>
                      </a:cubicBezTo>
                      <a:lnTo>
                        <a:pt x="362668" y="1311412"/>
                      </a:lnTo>
                      <a:cubicBezTo>
                        <a:pt x="355215" y="1305713"/>
                        <a:pt x="347903" y="1303607"/>
                        <a:pt x="341326" y="1303311"/>
                      </a:cubicBezTo>
                      <a:close/>
                      <a:moveTo>
                        <a:pt x="609845" y="1293468"/>
                      </a:moveTo>
                      <a:cubicBezTo>
                        <a:pt x="615874" y="1293468"/>
                        <a:pt x="620761" y="1298355"/>
                        <a:pt x="620761" y="1304384"/>
                      </a:cubicBezTo>
                      <a:cubicBezTo>
                        <a:pt x="620761" y="1310412"/>
                        <a:pt x="615874" y="1315299"/>
                        <a:pt x="609845" y="1315299"/>
                      </a:cubicBezTo>
                      <a:cubicBezTo>
                        <a:pt x="603816" y="1315299"/>
                        <a:pt x="598929" y="1310412"/>
                        <a:pt x="598929" y="1304384"/>
                      </a:cubicBezTo>
                      <a:cubicBezTo>
                        <a:pt x="598929" y="1298355"/>
                        <a:pt x="603816" y="1293468"/>
                        <a:pt x="609845" y="1293468"/>
                      </a:cubicBezTo>
                      <a:close/>
                      <a:moveTo>
                        <a:pt x="609845" y="1272471"/>
                      </a:moveTo>
                      <a:cubicBezTo>
                        <a:pt x="592965" y="1272471"/>
                        <a:pt x="579282" y="1286759"/>
                        <a:pt x="579282" y="1304384"/>
                      </a:cubicBezTo>
                      <a:cubicBezTo>
                        <a:pt x="579282" y="1307127"/>
                        <a:pt x="579613" y="1309790"/>
                        <a:pt x="580345" y="1312304"/>
                      </a:cubicBezTo>
                      <a:lnTo>
                        <a:pt x="545743" y="1335166"/>
                      </a:lnTo>
                      <a:cubicBezTo>
                        <a:pt x="543087" y="1336921"/>
                        <a:pt x="542356" y="1340498"/>
                        <a:pt x="544112" y="1343154"/>
                      </a:cubicBezTo>
                      <a:lnTo>
                        <a:pt x="547808" y="1348749"/>
                      </a:lnTo>
                      <a:cubicBezTo>
                        <a:pt x="549564" y="1351406"/>
                        <a:pt x="553140" y="1352136"/>
                        <a:pt x="555796" y="1350381"/>
                      </a:cubicBezTo>
                      <a:lnTo>
                        <a:pt x="589546" y="1328081"/>
                      </a:lnTo>
                      <a:cubicBezTo>
                        <a:pt x="594873" y="1333223"/>
                        <a:pt x="602015" y="1336297"/>
                        <a:pt x="609845" y="1336297"/>
                      </a:cubicBezTo>
                      <a:cubicBezTo>
                        <a:pt x="626724" y="1336297"/>
                        <a:pt x="640408" y="1322009"/>
                        <a:pt x="640408" y="1304384"/>
                      </a:cubicBezTo>
                      <a:cubicBezTo>
                        <a:pt x="640408" y="1286759"/>
                        <a:pt x="626724" y="1272471"/>
                        <a:pt x="609845" y="1272471"/>
                      </a:cubicBezTo>
                      <a:close/>
                      <a:moveTo>
                        <a:pt x="383263" y="1263939"/>
                      </a:moveTo>
                      <a:lnTo>
                        <a:pt x="371238" y="1303772"/>
                      </a:lnTo>
                      <a:cubicBezTo>
                        <a:pt x="376917" y="1308115"/>
                        <a:pt x="393618" y="1319472"/>
                        <a:pt x="418838" y="1307781"/>
                      </a:cubicBezTo>
                      <a:lnTo>
                        <a:pt x="430863" y="1266194"/>
                      </a:lnTo>
                      <a:cubicBezTo>
                        <a:pt x="404725" y="1275964"/>
                        <a:pt x="395372" y="1269451"/>
                        <a:pt x="383263" y="1263939"/>
                      </a:cubicBezTo>
                      <a:close/>
                      <a:moveTo>
                        <a:pt x="354354" y="1252330"/>
                      </a:moveTo>
                      <a:cubicBezTo>
                        <a:pt x="343392" y="1251837"/>
                        <a:pt x="334474" y="1256371"/>
                        <a:pt x="330351" y="1257676"/>
                      </a:cubicBezTo>
                      <a:lnTo>
                        <a:pt x="318826" y="1298762"/>
                      </a:lnTo>
                      <a:cubicBezTo>
                        <a:pt x="345466" y="1287405"/>
                        <a:pt x="357324" y="1297092"/>
                        <a:pt x="363420" y="1301016"/>
                      </a:cubicBezTo>
                      <a:lnTo>
                        <a:pt x="375696" y="1260432"/>
                      </a:lnTo>
                      <a:cubicBezTo>
                        <a:pt x="368242" y="1254732"/>
                        <a:pt x="360930" y="1252626"/>
                        <a:pt x="354354" y="1252330"/>
                      </a:cubicBezTo>
                      <a:close/>
                      <a:moveTo>
                        <a:pt x="91262" y="129693"/>
                      </a:moveTo>
                      <a:lnTo>
                        <a:pt x="91262" y="1125642"/>
                      </a:lnTo>
                      <a:lnTo>
                        <a:pt x="645400" y="1125642"/>
                      </a:lnTo>
                      <a:lnTo>
                        <a:pt x="645400" y="129693"/>
                      </a:lnTo>
                      <a:close/>
                      <a:moveTo>
                        <a:pt x="46579" y="0"/>
                      </a:moveTo>
                      <a:lnTo>
                        <a:pt x="690084" y="0"/>
                      </a:lnTo>
                      <a:cubicBezTo>
                        <a:pt x="715809" y="0"/>
                        <a:pt x="736663" y="20854"/>
                        <a:pt x="736663" y="46579"/>
                      </a:cubicBezTo>
                      <a:lnTo>
                        <a:pt x="736663" y="1421963"/>
                      </a:lnTo>
                      <a:cubicBezTo>
                        <a:pt x="736663" y="1447688"/>
                        <a:pt x="715809" y="1468542"/>
                        <a:pt x="690084" y="1468542"/>
                      </a:cubicBezTo>
                      <a:lnTo>
                        <a:pt x="46579" y="1468542"/>
                      </a:lnTo>
                      <a:cubicBezTo>
                        <a:pt x="20854" y="1468542"/>
                        <a:pt x="0" y="1447688"/>
                        <a:pt x="0" y="1421963"/>
                      </a:cubicBezTo>
                      <a:lnTo>
                        <a:pt x="0" y="46579"/>
                      </a:lnTo>
                      <a:cubicBezTo>
                        <a:pt x="0" y="20854"/>
                        <a:pt x="20854" y="0"/>
                        <a:pt x="46579" y="0"/>
                      </a:cubicBezTo>
                      <a:close/>
                    </a:path>
                  </a:pathLst>
                </a:custGeom>
                <a:solidFill>
                  <a:srgbClr val="008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316"/>
                  <a:endParaRPr lang="en-US" sz="1836" dirty="0">
                    <a:solidFill>
                      <a:srgbClr val="FFFFFF"/>
                    </a:solidFill>
                  </a:endParaRPr>
                </a:p>
              </p:txBody>
            </p:sp>
          </p:grpSp>
        </p:grpSp>
        <p:pic>
          <p:nvPicPr>
            <p:cNvPr id="51" name="Picture 50"/>
            <p:cNvPicPr>
              <a:picLocks noChangeAspect="1"/>
            </p:cNvPicPr>
            <p:nvPr/>
          </p:nvPicPr>
          <p:blipFill rotWithShape="1">
            <a:blip r:embed="rId4" cstate="screen">
              <a:extLst>
                <a:ext uri="{28A0092B-C50C-407E-A947-70E740481C1C}">
                  <a14:useLocalDpi xmlns:a14="http://schemas.microsoft.com/office/drawing/2010/main" val="0"/>
                </a:ext>
              </a:extLst>
            </a:blip>
            <a:srcRect/>
            <a:stretch/>
          </p:blipFill>
          <p:spPr>
            <a:xfrm>
              <a:off x="9186777" y="2111543"/>
              <a:ext cx="2970684" cy="1797981"/>
            </a:xfrm>
            <a:prstGeom prst="rect">
              <a:avLst/>
            </a:prstGeom>
          </p:spPr>
        </p:pic>
        <p:pic>
          <p:nvPicPr>
            <p:cNvPr id="50" name="Picture 49"/>
            <p:cNvPicPr>
              <a:picLocks noChangeAspect="1"/>
            </p:cNvPicPr>
            <p:nvPr/>
          </p:nvPicPr>
          <p:blipFill rotWithShape="1">
            <a:blip r:embed="rId5" cstate="screen">
              <a:extLst>
                <a:ext uri="{28A0092B-C50C-407E-A947-70E740481C1C}">
                  <a14:useLocalDpi xmlns:a14="http://schemas.microsoft.com/office/drawing/2010/main" val="0"/>
                </a:ext>
              </a:extLst>
            </a:blip>
            <a:srcRect/>
            <a:stretch/>
          </p:blipFill>
          <p:spPr>
            <a:xfrm>
              <a:off x="7938005" y="3751341"/>
              <a:ext cx="2694886" cy="1700892"/>
            </a:xfrm>
            <a:prstGeom prst="rect">
              <a:avLst/>
            </a:prstGeom>
            <a:effectLst>
              <a:outerShdw blurRad="76200" dist="38100" dir="2700000" algn="tl" rotWithShape="0">
                <a:prstClr val="black">
                  <a:alpha val="25000"/>
                </a:prstClr>
              </a:outerShdw>
            </a:effectLst>
          </p:spPr>
        </p:pic>
        <p:sp>
          <p:nvSpPr>
            <p:cNvPr id="27" name="Freeform 51"/>
            <p:cNvSpPr>
              <a:spLocks noEditPoints="1"/>
            </p:cNvSpPr>
            <p:nvPr/>
          </p:nvSpPr>
          <p:spPr bwMode="auto">
            <a:xfrm>
              <a:off x="7365756" y="3665747"/>
              <a:ext cx="3875795" cy="2129725"/>
            </a:xfrm>
            <a:custGeom>
              <a:avLst/>
              <a:gdLst>
                <a:gd name="T0" fmla="*/ 343 w 403"/>
                <a:gd name="T1" fmla="*/ 193 h 217"/>
                <a:gd name="T2" fmla="*/ 353 w 403"/>
                <a:gd name="T3" fmla="*/ 183 h 217"/>
                <a:gd name="T4" fmla="*/ 353 w 403"/>
                <a:gd name="T5" fmla="*/ 10 h 217"/>
                <a:gd name="T6" fmla="*/ 343 w 403"/>
                <a:gd name="T7" fmla="*/ 0 h 217"/>
                <a:gd name="T8" fmla="*/ 61 w 403"/>
                <a:gd name="T9" fmla="*/ 0 h 217"/>
                <a:gd name="T10" fmla="*/ 51 w 403"/>
                <a:gd name="T11" fmla="*/ 10 h 217"/>
                <a:gd name="T12" fmla="*/ 51 w 403"/>
                <a:gd name="T13" fmla="*/ 183 h 217"/>
                <a:gd name="T14" fmla="*/ 61 w 403"/>
                <a:gd name="T15" fmla="*/ 193 h 217"/>
                <a:gd name="T16" fmla="*/ 0 w 403"/>
                <a:gd name="T17" fmla="*/ 193 h 217"/>
                <a:gd name="T18" fmla="*/ 0 w 403"/>
                <a:gd name="T19" fmla="*/ 200 h 217"/>
                <a:gd name="T20" fmla="*/ 0 w 403"/>
                <a:gd name="T21" fmla="*/ 208 h 217"/>
                <a:gd name="T22" fmla="*/ 0 w 403"/>
                <a:gd name="T23" fmla="*/ 209 h 217"/>
                <a:gd name="T24" fmla="*/ 0 w 403"/>
                <a:gd name="T25" fmla="*/ 209 h 217"/>
                <a:gd name="T26" fmla="*/ 0 w 403"/>
                <a:gd name="T27" fmla="*/ 209 h 217"/>
                <a:gd name="T28" fmla="*/ 0 w 403"/>
                <a:gd name="T29" fmla="*/ 210 h 217"/>
                <a:gd name="T30" fmla="*/ 8 w 403"/>
                <a:gd name="T31" fmla="*/ 217 h 217"/>
                <a:gd name="T32" fmla="*/ 395 w 403"/>
                <a:gd name="T33" fmla="*/ 217 h 217"/>
                <a:gd name="T34" fmla="*/ 403 w 403"/>
                <a:gd name="T35" fmla="*/ 211 h 217"/>
                <a:gd name="T36" fmla="*/ 403 w 403"/>
                <a:gd name="T37" fmla="*/ 210 h 217"/>
                <a:gd name="T38" fmla="*/ 403 w 403"/>
                <a:gd name="T39" fmla="*/ 200 h 217"/>
                <a:gd name="T40" fmla="*/ 403 w 403"/>
                <a:gd name="T41" fmla="*/ 193 h 217"/>
                <a:gd name="T42" fmla="*/ 343 w 403"/>
                <a:gd name="T43" fmla="*/ 193 h 217"/>
                <a:gd name="T44" fmla="*/ 64 w 403"/>
                <a:gd name="T45" fmla="*/ 11 h 217"/>
                <a:gd name="T46" fmla="*/ 340 w 403"/>
                <a:gd name="T47" fmla="*/ 11 h 217"/>
                <a:gd name="T48" fmla="*/ 340 w 403"/>
                <a:gd name="T49" fmla="*/ 181 h 217"/>
                <a:gd name="T50" fmla="*/ 64 w 403"/>
                <a:gd name="T51" fmla="*/ 181 h 217"/>
                <a:gd name="T52" fmla="*/ 64 w 403"/>
                <a:gd name="T53" fmla="*/ 1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3" h="217">
                  <a:moveTo>
                    <a:pt x="343" y="193"/>
                  </a:moveTo>
                  <a:cubicBezTo>
                    <a:pt x="349" y="193"/>
                    <a:pt x="353" y="189"/>
                    <a:pt x="353" y="183"/>
                  </a:cubicBezTo>
                  <a:cubicBezTo>
                    <a:pt x="353" y="10"/>
                    <a:pt x="353" y="10"/>
                    <a:pt x="353" y="10"/>
                  </a:cubicBezTo>
                  <a:cubicBezTo>
                    <a:pt x="353" y="4"/>
                    <a:pt x="349" y="0"/>
                    <a:pt x="343" y="0"/>
                  </a:cubicBezTo>
                  <a:cubicBezTo>
                    <a:pt x="61" y="0"/>
                    <a:pt x="61" y="0"/>
                    <a:pt x="61" y="0"/>
                  </a:cubicBezTo>
                  <a:cubicBezTo>
                    <a:pt x="56" y="0"/>
                    <a:pt x="51" y="4"/>
                    <a:pt x="51" y="10"/>
                  </a:cubicBezTo>
                  <a:cubicBezTo>
                    <a:pt x="51" y="183"/>
                    <a:pt x="51" y="183"/>
                    <a:pt x="51" y="183"/>
                  </a:cubicBezTo>
                  <a:cubicBezTo>
                    <a:pt x="51" y="189"/>
                    <a:pt x="56" y="193"/>
                    <a:pt x="61" y="193"/>
                  </a:cubicBezTo>
                  <a:cubicBezTo>
                    <a:pt x="0" y="193"/>
                    <a:pt x="0" y="193"/>
                    <a:pt x="0" y="193"/>
                  </a:cubicBezTo>
                  <a:cubicBezTo>
                    <a:pt x="0" y="200"/>
                    <a:pt x="0" y="200"/>
                    <a:pt x="0" y="200"/>
                  </a:cubicBezTo>
                  <a:cubicBezTo>
                    <a:pt x="0" y="208"/>
                    <a:pt x="0" y="208"/>
                    <a:pt x="0" y="208"/>
                  </a:cubicBezTo>
                  <a:cubicBezTo>
                    <a:pt x="0" y="209"/>
                    <a:pt x="0" y="209"/>
                    <a:pt x="0" y="209"/>
                  </a:cubicBezTo>
                  <a:cubicBezTo>
                    <a:pt x="0" y="209"/>
                    <a:pt x="0" y="209"/>
                    <a:pt x="0" y="209"/>
                  </a:cubicBezTo>
                  <a:cubicBezTo>
                    <a:pt x="0" y="209"/>
                    <a:pt x="0" y="209"/>
                    <a:pt x="0" y="209"/>
                  </a:cubicBezTo>
                  <a:cubicBezTo>
                    <a:pt x="0" y="210"/>
                    <a:pt x="0" y="210"/>
                    <a:pt x="0" y="210"/>
                  </a:cubicBezTo>
                  <a:cubicBezTo>
                    <a:pt x="0" y="214"/>
                    <a:pt x="4" y="217"/>
                    <a:pt x="8" y="217"/>
                  </a:cubicBezTo>
                  <a:cubicBezTo>
                    <a:pt x="395" y="217"/>
                    <a:pt x="395" y="217"/>
                    <a:pt x="395" y="217"/>
                  </a:cubicBezTo>
                  <a:cubicBezTo>
                    <a:pt x="399" y="217"/>
                    <a:pt x="402" y="214"/>
                    <a:pt x="403" y="211"/>
                  </a:cubicBezTo>
                  <a:cubicBezTo>
                    <a:pt x="403" y="210"/>
                    <a:pt x="403" y="210"/>
                    <a:pt x="403" y="210"/>
                  </a:cubicBezTo>
                  <a:cubicBezTo>
                    <a:pt x="403" y="200"/>
                    <a:pt x="403" y="200"/>
                    <a:pt x="403" y="200"/>
                  </a:cubicBezTo>
                  <a:cubicBezTo>
                    <a:pt x="403" y="193"/>
                    <a:pt x="403" y="193"/>
                    <a:pt x="403" y="193"/>
                  </a:cubicBezTo>
                  <a:lnTo>
                    <a:pt x="343" y="193"/>
                  </a:lnTo>
                  <a:close/>
                  <a:moveTo>
                    <a:pt x="64" y="11"/>
                  </a:moveTo>
                  <a:cubicBezTo>
                    <a:pt x="340" y="11"/>
                    <a:pt x="340" y="11"/>
                    <a:pt x="340" y="11"/>
                  </a:cubicBezTo>
                  <a:cubicBezTo>
                    <a:pt x="340" y="181"/>
                    <a:pt x="340" y="181"/>
                    <a:pt x="340" y="181"/>
                  </a:cubicBezTo>
                  <a:cubicBezTo>
                    <a:pt x="64" y="181"/>
                    <a:pt x="64" y="181"/>
                    <a:pt x="64" y="181"/>
                  </a:cubicBezTo>
                  <a:cubicBezTo>
                    <a:pt x="64" y="11"/>
                    <a:pt x="64" y="11"/>
                    <a:pt x="64" y="11"/>
                  </a:cubicBezTo>
                  <a:close/>
                </a:path>
              </a:pathLst>
            </a:custGeom>
            <a:solidFill>
              <a:srgbClr val="4B004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pic>
          <p:nvPicPr>
            <p:cNvPr id="52" name="Picture 51"/>
            <p:cNvPicPr>
              <a:picLocks noChangeAspect="1"/>
            </p:cNvPicPr>
            <p:nvPr/>
          </p:nvPicPr>
          <p:blipFill rotWithShape="1">
            <a:blip r:embed="rId6" cstate="screen">
              <a:extLst>
                <a:ext uri="{28A0092B-C50C-407E-A947-70E740481C1C}">
                  <a14:useLocalDpi xmlns:a14="http://schemas.microsoft.com/office/drawing/2010/main" val="0"/>
                </a:ext>
              </a:extLst>
            </a:blip>
            <a:srcRect t="-1"/>
            <a:stretch/>
          </p:blipFill>
          <p:spPr>
            <a:xfrm>
              <a:off x="6567037" y="1353063"/>
              <a:ext cx="1133575" cy="1472467"/>
            </a:xfrm>
            <a:prstGeom prst="rect">
              <a:avLst/>
            </a:prstGeom>
          </p:spPr>
        </p:pic>
      </p:grpSp>
    </p:spTree>
    <p:extLst>
      <p:ext uri="{BB962C8B-B14F-4D97-AF65-F5344CB8AC3E}">
        <p14:creationId xmlns:p14="http://schemas.microsoft.com/office/powerpoint/2010/main" val="399901367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13644" y="-408402"/>
            <a:ext cx="3869488" cy="2271331"/>
          </a:xfrm>
        </p:spPr>
        <p:txBody>
          <a:bodyPr/>
          <a:lstStyle/>
          <a:p>
            <a:pPr algn="ctr"/>
            <a:r>
              <a:rPr lang="en-US" b="1" dirty="0">
                <a:latin typeface="+mj-lt"/>
              </a:rPr>
              <a:t>¿No </a:t>
            </a:r>
            <a:r>
              <a:rPr lang="en-US" b="1" dirty="0" err="1">
                <a:latin typeface="+mj-lt"/>
              </a:rPr>
              <a:t>estás</a:t>
            </a:r>
            <a:r>
              <a:rPr lang="en-US" b="1" dirty="0">
                <a:latin typeface="+mj-lt"/>
              </a:rPr>
              <a:t> </a:t>
            </a:r>
            <a:r>
              <a:rPr lang="en-US" b="1" dirty="0" err="1">
                <a:latin typeface="+mj-lt"/>
              </a:rPr>
              <a:t>en</a:t>
            </a:r>
            <a:r>
              <a:rPr lang="en-US" b="1" dirty="0">
                <a:latin typeface="+mj-lt"/>
              </a:rPr>
              <a:t> </a:t>
            </a:r>
            <a:r>
              <a:rPr lang="en-US" b="1" dirty="0" err="1">
                <a:latin typeface="+mj-lt"/>
              </a:rPr>
              <a:t>tu</a:t>
            </a:r>
            <a:r>
              <a:rPr lang="en-US" b="1" dirty="0">
                <a:latin typeface="+mj-lt"/>
              </a:rPr>
              <a:t> casa? ¡No </a:t>
            </a:r>
            <a:r>
              <a:rPr lang="en-US" b="1" dirty="0" err="1">
                <a:latin typeface="+mj-lt"/>
              </a:rPr>
              <a:t>te</a:t>
            </a:r>
            <a:r>
              <a:rPr lang="en-US" b="1" dirty="0">
                <a:latin typeface="+mj-lt"/>
              </a:rPr>
              <a:t> </a:t>
            </a:r>
            <a:r>
              <a:rPr lang="en-US" b="1" dirty="0" err="1">
                <a:latin typeface="+mj-lt"/>
              </a:rPr>
              <a:t>preocupes</a:t>
            </a:r>
            <a:r>
              <a:rPr lang="en-US" b="1" dirty="0">
                <a:latin typeface="+mj-lt"/>
              </a:rPr>
              <a:t>!</a:t>
            </a:r>
          </a:p>
        </p:txBody>
      </p:sp>
      <p:sp>
        <p:nvSpPr>
          <p:cNvPr id="26" name="Text Placeholder 4"/>
          <p:cNvSpPr>
            <a:spLocks noGrp="1"/>
          </p:cNvSpPr>
          <p:nvPr>
            <p:ph type="body" sz="quarter" idx="10"/>
          </p:nvPr>
        </p:nvSpPr>
        <p:spPr>
          <a:xfrm>
            <a:off x="611944" y="2652486"/>
            <a:ext cx="3589135" cy="4336143"/>
          </a:xfrm>
        </p:spPr>
        <p:txBody>
          <a:bodyPr/>
          <a:lstStyle/>
          <a:p>
            <a:pPr lvl="0" fontAlgn="ctr"/>
            <a:r>
              <a:rPr lang="en-US" sz="1800" dirty="0" err="1"/>
              <a:t>Accedé</a:t>
            </a:r>
            <a:r>
              <a:rPr lang="en-US" sz="1800" dirty="0"/>
              <a:t> a </a:t>
            </a:r>
            <a:r>
              <a:rPr lang="en-US" sz="1800" dirty="0" err="1"/>
              <a:t>tu</a:t>
            </a:r>
            <a:r>
              <a:rPr lang="en-US" sz="1800" dirty="0"/>
              <a:t> </a:t>
            </a:r>
            <a:r>
              <a:rPr lang="en-US" sz="1800" dirty="0" err="1"/>
              <a:t>cuenta</a:t>
            </a:r>
            <a:r>
              <a:rPr lang="en-US" sz="1800" dirty="0"/>
              <a:t> de Office Online </a:t>
            </a:r>
            <a:r>
              <a:rPr lang="en-US" sz="1800" dirty="0" err="1"/>
              <a:t>desde</a:t>
            </a:r>
            <a:r>
              <a:rPr lang="en-US" sz="1800" dirty="0"/>
              <a:t> </a:t>
            </a:r>
            <a:r>
              <a:rPr lang="en-US" sz="1800" dirty="0" err="1"/>
              <a:t>cualquier</a:t>
            </a:r>
            <a:r>
              <a:rPr lang="en-US" sz="1800" dirty="0"/>
              <a:t> </a:t>
            </a:r>
            <a:r>
              <a:rPr lang="en-US" sz="1800" dirty="0" err="1"/>
              <a:t>navegador</a:t>
            </a:r>
            <a:r>
              <a:rPr lang="en-US" sz="1800" dirty="0"/>
              <a:t> para </a:t>
            </a:r>
            <a:r>
              <a:rPr lang="en-US" sz="1800" dirty="0" err="1"/>
              <a:t>crear</a:t>
            </a:r>
            <a:r>
              <a:rPr lang="en-US" sz="1800" dirty="0"/>
              <a:t> o </a:t>
            </a:r>
            <a:r>
              <a:rPr lang="en-US" sz="1800" dirty="0" err="1"/>
              <a:t>seguir</a:t>
            </a:r>
            <a:r>
              <a:rPr lang="en-US" sz="1800" dirty="0"/>
              <a:t> </a:t>
            </a:r>
            <a:r>
              <a:rPr lang="en-US" sz="1800" dirty="0" err="1"/>
              <a:t>trabajando</a:t>
            </a:r>
            <a:r>
              <a:rPr lang="en-US" sz="1800" dirty="0"/>
              <a:t> </a:t>
            </a:r>
            <a:r>
              <a:rPr lang="en-US" sz="1800" dirty="0" err="1"/>
              <a:t>en</a:t>
            </a:r>
            <a:r>
              <a:rPr lang="en-US" sz="1800" dirty="0"/>
              <a:t> </a:t>
            </a:r>
            <a:r>
              <a:rPr lang="en-US" sz="1800" dirty="0" err="1"/>
              <a:t>tus</a:t>
            </a:r>
            <a:r>
              <a:rPr lang="en-US" sz="1800" dirty="0"/>
              <a:t> </a:t>
            </a:r>
            <a:r>
              <a:rPr lang="en-US" sz="1800" dirty="0" err="1"/>
              <a:t>archivos</a:t>
            </a:r>
            <a:r>
              <a:rPr lang="en-US" sz="1800" dirty="0"/>
              <a:t>.</a:t>
            </a:r>
          </a:p>
          <a:p>
            <a:pPr lvl="0" fontAlgn="ctr"/>
            <a:r>
              <a:rPr lang="en-US" sz="1800" dirty="0" err="1"/>
              <a:t>Accedé</a:t>
            </a:r>
            <a:r>
              <a:rPr lang="en-US" sz="1800" dirty="0"/>
              <a:t>, </a:t>
            </a:r>
            <a:r>
              <a:rPr lang="en-US" sz="1800" dirty="0" err="1"/>
              <a:t>editá</a:t>
            </a:r>
            <a:r>
              <a:rPr lang="en-US" sz="1800" dirty="0"/>
              <a:t>, </a:t>
            </a:r>
            <a:r>
              <a:rPr lang="en-US" sz="1800" dirty="0" err="1"/>
              <a:t>creá</a:t>
            </a:r>
            <a:r>
              <a:rPr lang="en-US" sz="1800" dirty="0"/>
              <a:t>, </a:t>
            </a:r>
            <a:r>
              <a:rPr lang="en-US" sz="1800" dirty="0" err="1"/>
              <a:t>guardá</a:t>
            </a:r>
            <a:r>
              <a:rPr lang="en-US" sz="1800" dirty="0"/>
              <a:t> y </a:t>
            </a:r>
            <a:r>
              <a:rPr lang="en-US" sz="1800" dirty="0" err="1"/>
              <a:t>compartí</a:t>
            </a:r>
            <a:r>
              <a:rPr lang="en-US" sz="1800" dirty="0"/>
              <a:t> </a:t>
            </a:r>
            <a:r>
              <a:rPr lang="en-US" sz="1800" dirty="0" err="1"/>
              <a:t>en</a:t>
            </a:r>
            <a:r>
              <a:rPr lang="en-US" sz="1800" dirty="0"/>
              <a:t> </a:t>
            </a:r>
            <a:r>
              <a:rPr lang="en-US" sz="1800" dirty="0" err="1"/>
              <a:t>linea</a:t>
            </a:r>
            <a:r>
              <a:rPr lang="en-US" sz="1800" dirty="0"/>
              <a:t>.</a:t>
            </a:r>
          </a:p>
          <a:p>
            <a:pPr lvl="0" fontAlgn="ctr"/>
            <a:r>
              <a:rPr lang="en-US" sz="1800" dirty="0"/>
              <a:t>¡</a:t>
            </a:r>
            <a:r>
              <a:rPr lang="en-US" sz="1800" dirty="0" err="1"/>
              <a:t>Retomá</a:t>
            </a:r>
            <a:r>
              <a:rPr lang="en-US" sz="1800" dirty="0"/>
              <a:t> </a:t>
            </a:r>
            <a:r>
              <a:rPr lang="en-US" sz="1800" dirty="0" err="1"/>
              <a:t>tus</a:t>
            </a:r>
            <a:r>
              <a:rPr lang="en-US" sz="1800" dirty="0"/>
              <a:t> </a:t>
            </a:r>
            <a:r>
              <a:rPr lang="en-US" sz="1800" dirty="0" err="1"/>
              <a:t>trabajos</a:t>
            </a:r>
            <a:r>
              <a:rPr lang="en-US" sz="1800" dirty="0"/>
              <a:t> </a:t>
            </a:r>
            <a:r>
              <a:rPr lang="en-US" sz="1800" dirty="0" err="1"/>
              <a:t>prácticos</a:t>
            </a:r>
            <a:r>
              <a:rPr lang="en-US" sz="1800" dirty="0"/>
              <a:t> </a:t>
            </a:r>
            <a:r>
              <a:rPr lang="en-US" sz="1800" dirty="0" err="1"/>
              <a:t>universitarios</a:t>
            </a:r>
            <a:r>
              <a:rPr lang="en-US" sz="1800" dirty="0"/>
              <a:t> </a:t>
            </a:r>
            <a:r>
              <a:rPr lang="en-US" sz="1800" dirty="0" err="1"/>
              <a:t>justo</a:t>
            </a:r>
            <a:r>
              <a:rPr lang="en-US" sz="1800" dirty="0"/>
              <a:t> </a:t>
            </a:r>
            <a:r>
              <a:rPr lang="en-US" sz="1800" dirty="0" err="1"/>
              <a:t>donde</a:t>
            </a:r>
            <a:r>
              <a:rPr lang="en-US" sz="1800" dirty="0"/>
              <a:t> </a:t>
            </a:r>
            <a:r>
              <a:rPr lang="en-US" sz="1800" dirty="0" err="1"/>
              <a:t>los</a:t>
            </a:r>
            <a:r>
              <a:rPr lang="en-US" sz="1800" dirty="0"/>
              <a:t> </a:t>
            </a:r>
            <a:r>
              <a:rPr lang="en-US" sz="1800" dirty="0" err="1"/>
              <a:t>dejaste</a:t>
            </a:r>
            <a:r>
              <a:rPr lang="en-US" sz="1800" dirty="0"/>
              <a:t>!</a:t>
            </a:r>
          </a:p>
        </p:txBody>
      </p:sp>
      <p:sp>
        <p:nvSpPr>
          <p:cNvPr id="33" name="Rectangle 32"/>
          <p:cNvSpPr/>
          <p:nvPr/>
        </p:nvSpPr>
        <p:spPr>
          <a:xfrm>
            <a:off x="4722483" y="0"/>
            <a:ext cx="8268511" cy="6994525"/>
          </a:xfrm>
          <a:prstGeom prst="rect">
            <a:avLst/>
          </a:prstGeom>
          <a:solidFill>
            <a:srgbClr val="45ACC8"/>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93"/>
          <p:cNvGrpSpPr>
            <a:grpSpLocks noChangeAspect="1"/>
          </p:cNvGrpSpPr>
          <p:nvPr/>
        </p:nvGrpSpPr>
        <p:grpSpPr bwMode="auto">
          <a:xfrm>
            <a:off x="4462337" y="1504950"/>
            <a:ext cx="8831263" cy="5498240"/>
            <a:chOff x="-170" y="844"/>
            <a:chExt cx="5563" cy="3564"/>
          </a:xfrm>
        </p:grpSpPr>
        <p:sp>
          <p:nvSpPr>
            <p:cNvPr id="35" name="AutoShape 92"/>
            <p:cNvSpPr>
              <a:spLocks noChangeAspect="1" noChangeArrowheads="1" noTextEdit="1"/>
            </p:cNvSpPr>
            <p:nvPr/>
          </p:nvSpPr>
          <p:spPr bwMode="auto">
            <a:xfrm>
              <a:off x="-6" y="844"/>
              <a:ext cx="5208" cy="35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94"/>
            <p:cNvSpPr>
              <a:spLocks/>
            </p:cNvSpPr>
            <p:nvPr/>
          </p:nvSpPr>
          <p:spPr bwMode="auto">
            <a:xfrm>
              <a:off x="3911" y="2450"/>
              <a:ext cx="1482" cy="1958"/>
            </a:xfrm>
            <a:custGeom>
              <a:avLst/>
              <a:gdLst>
                <a:gd name="T0" fmla="*/ 2284 w 2284"/>
                <a:gd name="T1" fmla="*/ 3017 h 3017"/>
                <a:gd name="T2" fmla="*/ 2284 w 2284"/>
                <a:gd name="T3" fmla="*/ 3017 h 3017"/>
                <a:gd name="T4" fmla="*/ 1719 w 2284"/>
                <a:gd name="T5" fmla="*/ 1894 h 3017"/>
                <a:gd name="T6" fmla="*/ 1793 w 2284"/>
                <a:gd name="T7" fmla="*/ 1469 h 3017"/>
                <a:gd name="T8" fmla="*/ 1793 w 2284"/>
                <a:gd name="T9" fmla="*/ 960 h 3017"/>
                <a:gd name="T10" fmla="*/ 961 w 2284"/>
                <a:gd name="T11" fmla="*/ 0 h 3017"/>
                <a:gd name="T12" fmla="*/ 0 w 2284"/>
                <a:gd name="T13" fmla="*/ 960 h 3017"/>
                <a:gd name="T14" fmla="*/ 0 w 2284"/>
                <a:gd name="T15" fmla="*/ 1469 h 3017"/>
                <a:gd name="T16" fmla="*/ 540 w 2284"/>
                <a:gd name="T17" fmla="*/ 2332 h 3017"/>
                <a:gd name="T18" fmla="*/ 735 w 2284"/>
                <a:gd name="T19" fmla="*/ 3017 h 3017"/>
                <a:gd name="T20" fmla="*/ 2284 w 2284"/>
                <a:gd name="T21" fmla="*/ 3017 h 3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84" h="3017">
                  <a:moveTo>
                    <a:pt x="2284" y="3017"/>
                  </a:moveTo>
                  <a:lnTo>
                    <a:pt x="2284" y="3017"/>
                  </a:lnTo>
                  <a:lnTo>
                    <a:pt x="1719" y="1894"/>
                  </a:lnTo>
                  <a:cubicBezTo>
                    <a:pt x="1767" y="1766"/>
                    <a:pt x="1793" y="1622"/>
                    <a:pt x="1793" y="1469"/>
                  </a:cubicBezTo>
                  <a:lnTo>
                    <a:pt x="1793" y="960"/>
                  </a:lnTo>
                  <a:cubicBezTo>
                    <a:pt x="1793" y="429"/>
                    <a:pt x="1491" y="0"/>
                    <a:pt x="961" y="0"/>
                  </a:cubicBezTo>
                  <a:cubicBezTo>
                    <a:pt x="430" y="0"/>
                    <a:pt x="0" y="429"/>
                    <a:pt x="0" y="960"/>
                  </a:cubicBezTo>
                  <a:lnTo>
                    <a:pt x="0" y="1469"/>
                  </a:lnTo>
                  <a:cubicBezTo>
                    <a:pt x="0" y="1849"/>
                    <a:pt x="220" y="2176"/>
                    <a:pt x="540" y="2332"/>
                  </a:cubicBezTo>
                  <a:lnTo>
                    <a:pt x="735" y="3017"/>
                  </a:lnTo>
                  <a:lnTo>
                    <a:pt x="2284" y="3017"/>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95"/>
            <p:cNvSpPr>
              <a:spLocks/>
            </p:cNvSpPr>
            <p:nvPr/>
          </p:nvSpPr>
          <p:spPr bwMode="auto">
            <a:xfrm>
              <a:off x="3931" y="3560"/>
              <a:ext cx="431" cy="276"/>
            </a:xfrm>
            <a:custGeom>
              <a:avLst/>
              <a:gdLst>
                <a:gd name="T0" fmla="*/ 239 w 664"/>
                <a:gd name="T1" fmla="*/ 425 h 425"/>
                <a:gd name="T2" fmla="*/ 239 w 664"/>
                <a:gd name="T3" fmla="*/ 425 h 425"/>
                <a:gd name="T4" fmla="*/ 664 w 664"/>
                <a:gd name="T5" fmla="*/ 0 h 425"/>
                <a:gd name="T6" fmla="*/ 0 w 664"/>
                <a:gd name="T7" fmla="*/ 0 h 425"/>
                <a:gd name="T8" fmla="*/ 239 w 664"/>
                <a:gd name="T9" fmla="*/ 425 h 425"/>
              </a:gdLst>
              <a:ahLst/>
              <a:cxnLst>
                <a:cxn ang="0">
                  <a:pos x="T0" y="T1"/>
                </a:cxn>
                <a:cxn ang="0">
                  <a:pos x="T2" y="T3"/>
                </a:cxn>
                <a:cxn ang="0">
                  <a:pos x="T4" y="T5"/>
                </a:cxn>
                <a:cxn ang="0">
                  <a:pos x="T6" y="T7"/>
                </a:cxn>
                <a:cxn ang="0">
                  <a:pos x="T8" y="T9"/>
                </a:cxn>
              </a:cxnLst>
              <a:rect l="0" t="0" r="r" b="b"/>
              <a:pathLst>
                <a:path w="664" h="425">
                  <a:moveTo>
                    <a:pt x="239" y="425"/>
                  </a:moveTo>
                  <a:lnTo>
                    <a:pt x="239" y="425"/>
                  </a:lnTo>
                  <a:lnTo>
                    <a:pt x="664" y="0"/>
                  </a:lnTo>
                  <a:lnTo>
                    <a:pt x="0" y="0"/>
                  </a:lnTo>
                  <a:cubicBezTo>
                    <a:pt x="42" y="162"/>
                    <a:pt x="126" y="308"/>
                    <a:pt x="239" y="425"/>
                  </a:cubicBezTo>
                  <a:close/>
                </a:path>
              </a:pathLst>
            </a:custGeom>
            <a:solidFill>
              <a:srgbClr val="CC867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Freeform 96"/>
            <p:cNvSpPr>
              <a:spLocks/>
            </p:cNvSpPr>
            <p:nvPr/>
          </p:nvSpPr>
          <p:spPr bwMode="auto">
            <a:xfrm>
              <a:off x="-170" y="2450"/>
              <a:ext cx="1481" cy="1958"/>
            </a:xfrm>
            <a:custGeom>
              <a:avLst/>
              <a:gdLst>
                <a:gd name="T0" fmla="*/ 0 w 2283"/>
                <a:gd name="T1" fmla="*/ 3017 h 3017"/>
                <a:gd name="T2" fmla="*/ 0 w 2283"/>
                <a:gd name="T3" fmla="*/ 3017 h 3017"/>
                <a:gd name="T4" fmla="*/ 564 w 2283"/>
                <a:gd name="T5" fmla="*/ 1894 h 3017"/>
                <a:gd name="T6" fmla="*/ 491 w 2283"/>
                <a:gd name="T7" fmla="*/ 1469 h 3017"/>
                <a:gd name="T8" fmla="*/ 491 w 2283"/>
                <a:gd name="T9" fmla="*/ 960 h 3017"/>
                <a:gd name="T10" fmla="*/ 1323 w 2283"/>
                <a:gd name="T11" fmla="*/ 0 h 3017"/>
                <a:gd name="T12" fmla="*/ 2283 w 2283"/>
                <a:gd name="T13" fmla="*/ 960 h 3017"/>
                <a:gd name="T14" fmla="*/ 2283 w 2283"/>
                <a:gd name="T15" fmla="*/ 1469 h 3017"/>
                <a:gd name="T16" fmla="*/ 1744 w 2283"/>
                <a:gd name="T17" fmla="*/ 2332 h 3017"/>
                <a:gd name="T18" fmla="*/ 1548 w 2283"/>
                <a:gd name="T19" fmla="*/ 3017 h 3017"/>
                <a:gd name="T20" fmla="*/ 0 w 2283"/>
                <a:gd name="T21" fmla="*/ 3017 h 3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83" h="3017">
                  <a:moveTo>
                    <a:pt x="0" y="3017"/>
                  </a:moveTo>
                  <a:lnTo>
                    <a:pt x="0" y="3017"/>
                  </a:lnTo>
                  <a:lnTo>
                    <a:pt x="564" y="1894"/>
                  </a:lnTo>
                  <a:cubicBezTo>
                    <a:pt x="516" y="1766"/>
                    <a:pt x="491" y="1622"/>
                    <a:pt x="491" y="1469"/>
                  </a:cubicBezTo>
                  <a:lnTo>
                    <a:pt x="491" y="960"/>
                  </a:lnTo>
                  <a:cubicBezTo>
                    <a:pt x="491" y="429"/>
                    <a:pt x="792" y="0"/>
                    <a:pt x="1323" y="0"/>
                  </a:cubicBezTo>
                  <a:cubicBezTo>
                    <a:pt x="1853" y="0"/>
                    <a:pt x="2283" y="429"/>
                    <a:pt x="2283" y="960"/>
                  </a:cubicBezTo>
                  <a:lnTo>
                    <a:pt x="2283" y="1469"/>
                  </a:lnTo>
                  <a:cubicBezTo>
                    <a:pt x="2283" y="1849"/>
                    <a:pt x="2063" y="2176"/>
                    <a:pt x="1744" y="2332"/>
                  </a:cubicBezTo>
                  <a:lnTo>
                    <a:pt x="1548" y="3017"/>
                  </a:lnTo>
                  <a:lnTo>
                    <a:pt x="0" y="3017"/>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Freeform 97"/>
            <p:cNvSpPr>
              <a:spLocks/>
            </p:cNvSpPr>
            <p:nvPr/>
          </p:nvSpPr>
          <p:spPr bwMode="auto">
            <a:xfrm>
              <a:off x="381" y="853"/>
              <a:ext cx="4368" cy="2712"/>
            </a:xfrm>
            <a:custGeom>
              <a:avLst/>
              <a:gdLst>
                <a:gd name="T0" fmla="*/ 6734 w 6734"/>
                <a:gd name="T1" fmla="*/ 4079 h 4176"/>
                <a:gd name="T2" fmla="*/ 6734 w 6734"/>
                <a:gd name="T3" fmla="*/ 4079 h 4176"/>
                <a:gd name="T4" fmla="*/ 6638 w 6734"/>
                <a:gd name="T5" fmla="*/ 4176 h 4176"/>
                <a:gd name="T6" fmla="*/ 97 w 6734"/>
                <a:gd name="T7" fmla="*/ 4176 h 4176"/>
                <a:gd name="T8" fmla="*/ 0 w 6734"/>
                <a:gd name="T9" fmla="*/ 4079 h 4176"/>
                <a:gd name="T10" fmla="*/ 0 w 6734"/>
                <a:gd name="T11" fmla="*/ 95 h 4176"/>
                <a:gd name="T12" fmla="*/ 97 w 6734"/>
                <a:gd name="T13" fmla="*/ 0 h 4176"/>
                <a:gd name="T14" fmla="*/ 6638 w 6734"/>
                <a:gd name="T15" fmla="*/ 0 h 4176"/>
                <a:gd name="T16" fmla="*/ 6734 w 6734"/>
                <a:gd name="T17" fmla="*/ 95 h 4176"/>
                <a:gd name="T18" fmla="*/ 6734 w 6734"/>
                <a:gd name="T19" fmla="*/ 4079 h 4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34" h="4176">
                  <a:moveTo>
                    <a:pt x="6734" y="4079"/>
                  </a:moveTo>
                  <a:lnTo>
                    <a:pt x="6734" y="4079"/>
                  </a:lnTo>
                  <a:cubicBezTo>
                    <a:pt x="6734" y="4132"/>
                    <a:pt x="6691" y="4176"/>
                    <a:pt x="6638" y="4176"/>
                  </a:cubicBezTo>
                  <a:lnTo>
                    <a:pt x="97" y="4176"/>
                  </a:lnTo>
                  <a:cubicBezTo>
                    <a:pt x="43" y="4176"/>
                    <a:pt x="0" y="4132"/>
                    <a:pt x="0" y="4079"/>
                  </a:cubicBezTo>
                  <a:lnTo>
                    <a:pt x="0" y="95"/>
                  </a:lnTo>
                  <a:cubicBezTo>
                    <a:pt x="0" y="42"/>
                    <a:pt x="43" y="0"/>
                    <a:pt x="97" y="0"/>
                  </a:cubicBezTo>
                  <a:lnTo>
                    <a:pt x="6638" y="0"/>
                  </a:lnTo>
                  <a:cubicBezTo>
                    <a:pt x="6691" y="0"/>
                    <a:pt x="6734" y="42"/>
                    <a:pt x="6734" y="95"/>
                  </a:cubicBezTo>
                  <a:lnTo>
                    <a:pt x="6734" y="4079"/>
                  </a:lnTo>
                  <a:close/>
                </a:path>
              </a:pathLst>
            </a:custGeom>
            <a:solidFill>
              <a:srgbClr val="63636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Freeform 98"/>
            <p:cNvSpPr>
              <a:spLocks/>
            </p:cNvSpPr>
            <p:nvPr/>
          </p:nvSpPr>
          <p:spPr bwMode="auto">
            <a:xfrm>
              <a:off x="720" y="1166"/>
              <a:ext cx="3691" cy="2038"/>
            </a:xfrm>
            <a:custGeom>
              <a:avLst/>
              <a:gdLst>
                <a:gd name="T0" fmla="*/ 5691 w 5691"/>
                <a:gd name="T1" fmla="*/ 3057 h 3139"/>
                <a:gd name="T2" fmla="*/ 5691 w 5691"/>
                <a:gd name="T3" fmla="*/ 3057 h 3139"/>
                <a:gd name="T4" fmla="*/ 5609 w 5691"/>
                <a:gd name="T5" fmla="*/ 3139 h 3139"/>
                <a:gd name="T6" fmla="*/ 81 w 5691"/>
                <a:gd name="T7" fmla="*/ 3139 h 3139"/>
                <a:gd name="T8" fmla="*/ 0 w 5691"/>
                <a:gd name="T9" fmla="*/ 3057 h 3139"/>
                <a:gd name="T10" fmla="*/ 0 w 5691"/>
                <a:gd name="T11" fmla="*/ 82 h 3139"/>
                <a:gd name="T12" fmla="*/ 81 w 5691"/>
                <a:gd name="T13" fmla="*/ 0 h 3139"/>
                <a:gd name="T14" fmla="*/ 5609 w 5691"/>
                <a:gd name="T15" fmla="*/ 0 h 3139"/>
                <a:gd name="T16" fmla="*/ 5691 w 5691"/>
                <a:gd name="T17" fmla="*/ 82 h 3139"/>
                <a:gd name="T18" fmla="*/ 5691 w 5691"/>
                <a:gd name="T19" fmla="*/ 3057 h 3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91" h="3139">
                  <a:moveTo>
                    <a:pt x="5691" y="3057"/>
                  </a:moveTo>
                  <a:lnTo>
                    <a:pt x="5691" y="3057"/>
                  </a:lnTo>
                  <a:cubicBezTo>
                    <a:pt x="5691" y="3102"/>
                    <a:pt x="5654" y="3139"/>
                    <a:pt x="5609" y="3139"/>
                  </a:cubicBezTo>
                  <a:lnTo>
                    <a:pt x="81" y="3139"/>
                  </a:lnTo>
                  <a:cubicBezTo>
                    <a:pt x="36" y="3139"/>
                    <a:pt x="0" y="3102"/>
                    <a:pt x="0" y="3057"/>
                  </a:cubicBezTo>
                  <a:lnTo>
                    <a:pt x="0" y="82"/>
                  </a:lnTo>
                  <a:cubicBezTo>
                    <a:pt x="0" y="37"/>
                    <a:pt x="36" y="0"/>
                    <a:pt x="81" y="0"/>
                  </a:cubicBezTo>
                  <a:lnTo>
                    <a:pt x="5609" y="0"/>
                  </a:lnTo>
                  <a:cubicBezTo>
                    <a:pt x="5654" y="0"/>
                    <a:pt x="5691" y="37"/>
                    <a:pt x="5691" y="82"/>
                  </a:cubicBezTo>
                  <a:lnTo>
                    <a:pt x="5691" y="3057"/>
                  </a:lnTo>
                  <a:close/>
                </a:path>
              </a:pathLst>
            </a:custGeom>
            <a:solidFill>
              <a:srgbClr val="D2D2D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Freeform 118"/>
            <p:cNvSpPr>
              <a:spLocks/>
            </p:cNvSpPr>
            <p:nvPr/>
          </p:nvSpPr>
          <p:spPr bwMode="auto">
            <a:xfrm>
              <a:off x="148" y="2415"/>
              <a:ext cx="315" cy="783"/>
            </a:xfrm>
            <a:custGeom>
              <a:avLst/>
              <a:gdLst>
                <a:gd name="T0" fmla="*/ 0 w 485"/>
                <a:gd name="T1" fmla="*/ 911 h 1207"/>
                <a:gd name="T2" fmla="*/ 0 w 485"/>
                <a:gd name="T3" fmla="*/ 911 h 1207"/>
                <a:gd name="T4" fmla="*/ 243 w 485"/>
                <a:gd name="T5" fmla="*/ 1153 h 1207"/>
                <a:gd name="T6" fmla="*/ 485 w 485"/>
                <a:gd name="T7" fmla="*/ 1073 h 1207"/>
                <a:gd name="T8" fmla="*/ 485 w 485"/>
                <a:gd name="T9" fmla="*/ 134 h 1207"/>
                <a:gd name="T10" fmla="*/ 243 w 485"/>
                <a:gd name="T11" fmla="*/ 54 h 1207"/>
                <a:gd name="T12" fmla="*/ 0 w 485"/>
                <a:gd name="T13" fmla="*/ 296 h 1207"/>
                <a:gd name="T14" fmla="*/ 0 w 485"/>
                <a:gd name="T15" fmla="*/ 911 h 1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5" h="1207">
                  <a:moveTo>
                    <a:pt x="0" y="911"/>
                  </a:moveTo>
                  <a:lnTo>
                    <a:pt x="0" y="911"/>
                  </a:lnTo>
                  <a:cubicBezTo>
                    <a:pt x="0" y="1045"/>
                    <a:pt x="108" y="1153"/>
                    <a:pt x="243" y="1153"/>
                  </a:cubicBezTo>
                  <a:cubicBezTo>
                    <a:pt x="377" y="1153"/>
                    <a:pt x="485" y="1207"/>
                    <a:pt x="485" y="1073"/>
                  </a:cubicBezTo>
                  <a:lnTo>
                    <a:pt x="485" y="134"/>
                  </a:lnTo>
                  <a:cubicBezTo>
                    <a:pt x="485" y="0"/>
                    <a:pt x="377" y="54"/>
                    <a:pt x="243" y="54"/>
                  </a:cubicBezTo>
                  <a:cubicBezTo>
                    <a:pt x="108" y="54"/>
                    <a:pt x="0" y="162"/>
                    <a:pt x="0" y="296"/>
                  </a:cubicBezTo>
                  <a:lnTo>
                    <a:pt x="0" y="911"/>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121"/>
            <p:cNvSpPr>
              <a:spLocks/>
            </p:cNvSpPr>
            <p:nvPr/>
          </p:nvSpPr>
          <p:spPr bwMode="auto">
            <a:xfrm>
              <a:off x="861" y="3560"/>
              <a:ext cx="430" cy="276"/>
            </a:xfrm>
            <a:custGeom>
              <a:avLst/>
              <a:gdLst>
                <a:gd name="T0" fmla="*/ 425 w 663"/>
                <a:gd name="T1" fmla="*/ 425 h 425"/>
                <a:gd name="T2" fmla="*/ 425 w 663"/>
                <a:gd name="T3" fmla="*/ 425 h 425"/>
                <a:gd name="T4" fmla="*/ 0 w 663"/>
                <a:gd name="T5" fmla="*/ 0 h 425"/>
                <a:gd name="T6" fmla="*/ 663 w 663"/>
                <a:gd name="T7" fmla="*/ 0 h 425"/>
                <a:gd name="T8" fmla="*/ 425 w 663"/>
                <a:gd name="T9" fmla="*/ 425 h 425"/>
              </a:gdLst>
              <a:ahLst/>
              <a:cxnLst>
                <a:cxn ang="0">
                  <a:pos x="T0" y="T1"/>
                </a:cxn>
                <a:cxn ang="0">
                  <a:pos x="T2" y="T3"/>
                </a:cxn>
                <a:cxn ang="0">
                  <a:pos x="T4" y="T5"/>
                </a:cxn>
                <a:cxn ang="0">
                  <a:pos x="T6" y="T7"/>
                </a:cxn>
                <a:cxn ang="0">
                  <a:pos x="T8" y="T9"/>
                </a:cxn>
              </a:cxnLst>
              <a:rect l="0" t="0" r="r" b="b"/>
              <a:pathLst>
                <a:path w="663" h="425">
                  <a:moveTo>
                    <a:pt x="425" y="425"/>
                  </a:moveTo>
                  <a:lnTo>
                    <a:pt x="425" y="425"/>
                  </a:lnTo>
                  <a:lnTo>
                    <a:pt x="0" y="0"/>
                  </a:lnTo>
                  <a:lnTo>
                    <a:pt x="663" y="0"/>
                  </a:lnTo>
                  <a:cubicBezTo>
                    <a:pt x="621" y="162"/>
                    <a:pt x="538" y="308"/>
                    <a:pt x="425" y="425"/>
                  </a:cubicBezTo>
                  <a:close/>
                </a:path>
              </a:pathLst>
            </a:custGeom>
            <a:solidFill>
              <a:srgbClr val="CC867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Freeform 123"/>
            <p:cNvSpPr>
              <a:spLocks/>
            </p:cNvSpPr>
            <p:nvPr/>
          </p:nvSpPr>
          <p:spPr bwMode="auto">
            <a:xfrm>
              <a:off x="4759" y="2415"/>
              <a:ext cx="315" cy="783"/>
            </a:xfrm>
            <a:custGeom>
              <a:avLst/>
              <a:gdLst>
                <a:gd name="T0" fmla="*/ 486 w 486"/>
                <a:gd name="T1" fmla="*/ 911 h 1207"/>
                <a:gd name="T2" fmla="*/ 486 w 486"/>
                <a:gd name="T3" fmla="*/ 911 h 1207"/>
                <a:gd name="T4" fmla="*/ 243 w 486"/>
                <a:gd name="T5" fmla="*/ 1153 h 1207"/>
                <a:gd name="T6" fmla="*/ 0 w 486"/>
                <a:gd name="T7" fmla="*/ 1073 h 1207"/>
                <a:gd name="T8" fmla="*/ 0 w 486"/>
                <a:gd name="T9" fmla="*/ 134 h 1207"/>
                <a:gd name="T10" fmla="*/ 243 w 486"/>
                <a:gd name="T11" fmla="*/ 54 h 1207"/>
                <a:gd name="T12" fmla="*/ 486 w 486"/>
                <a:gd name="T13" fmla="*/ 296 h 1207"/>
                <a:gd name="T14" fmla="*/ 486 w 486"/>
                <a:gd name="T15" fmla="*/ 911 h 1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6" h="1207">
                  <a:moveTo>
                    <a:pt x="486" y="911"/>
                  </a:moveTo>
                  <a:lnTo>
                    <a:pt x="486" y="911"/>
                  </a:lnTo>
                  <a:cubicBezTo>
                    <a:pt x="486" y="1045"/>
                    <a:pt x="377" y="1153"/>
                    <a:pt x="243" y="1153"/>
                  </a:cubicBezTo>
                  <a:cubicBezTo>
                    <a:pt x="109" y="1153"/>
                    <a:pt x="0" y="1207"/>
                    <a:pt x="0" y="1073"/>
                  </a:cubicBezTo>
                  <a:lnTo>
                    <a:pt x="0" y="134"/>
                  </a:lnTo>
                  <a:cubicBezTo>
                    <a:pt x="0" y="0"/>
                    <a:pt x="109" y="54"/>
                    <a:pt x="243" y="54"/>
                  </a:cubicBezTo>
                  <a:cubicBezTo>
                    <a:pt x="377" y="54"/>
                    <a:pt x="486" y="162"/>
                    <a:pt x="486" y="296"/>
                  </a:cubicBezTo>
                  <a:lnTo>
                    <a:pt x="486" y="911"/>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44" name="Picture 4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553587" y="1769773"/>
            <a:ext cx="6522009" cy="3700751"/>
          </a:xfrm>
          <a:prstGeom prst="rect">
            <a:avLst/>
          </a:prstGeom>
        </p:spPr>
      </p:pic>
      <p:grpSp>
        <p:nvGrpSpPr>
          <p:cNvPr id="45" name="Group 44"/>
          <p:cNvGrpSpPr/>
          <p:nvPr/>
        </p:nvGrpSpPr>
        <p:grpSpPr>
          <a:xfrm>
            <a:off x="4971925" y="3608388"/>
            <a:ext cx="1127125" cy="3373437"/>
            <a:chOff x="239713" y="3443288"/>
            <a:chExt cx="1127125" cy="3373437"/>
          </a:xfrm>
        </p:grpSpPr>
        <p:grpSp>
          <p:nvGrpSpPr>
            <p:cNvPr id="46" name="Group 45"/>
            <p:cNvGrpSpPr/>
            <p:nvPr/>
          </p:nvGrpSpPr>
          <p:grpSpPr>
            <a:xfrm>
              <a:off x="239713" y="3443288"/>
              <a:ext cx="803275" cy="868363"/>
              <a:chOff x="239713" y="3443288"/>
              <a:chExt cx="803275" cy="868363"/>
            </a:xfrm>
          </p:grpSpPr>
          <p:sp>
            <p:nvSpPr>
              <p:cNvPr id="48" name="Freeform 117"/>
              <p:cNvSpPr>
                <a:spLocks/>
              </p:cNvSpPr>
              <p:nvPr/>
            </p:nvSpPr>
            <p:spPr bwMode="auto">
              <a:xfrm>
                <a:off x="239713" y="3443288"/>
                <a:ext cx="803275" cy="868363"/>
              </a:xfrm>
              <a:custGeom>
                <a:avLst/>
                <a:gdLst>
                  <a:gd name="T0" fmla="*/ 704 w 780"/>
                  <a:gd name="T1" fmla="*/ 139 h 842"/>
                  <a:gd name="T2" fmla="*/ 704 w 780"/>
                  <a:gd name="T3" fmla="*/ 139 h 842"/>
                  <a:gd name="T4" fmla="*/ 704 w 780"/>
                  <a:gd name="T5" fmla="*/ 416 h 842"/>
                  <a:gd name="T6" fmla="*/ 353 w 780"/>
                  <a:gd name="T7" fmla="*/ 766 h 842"/>
                  <a:gd name="T8" fmla="*/ 76 w 780"/>
                  <a:gd name="T9" fmla="*/ 766 h 842"/>
                  <a:gd name="T10" fmla="*/ 76 w 780"/>
                  <a:gd name="T11" fmla="*/ 489 h 842"/>
                  <a:gd name="T12" fmla="*/ 565 w 780"/>
                  <a:gd name="T13" fmla="*/ 0 h 842"/>
                  <a:gd name="T14" fmla="*/ 704 w 780"/>
                  <a:gd name="T15" fmla="*/ 139 h 8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0" h="842">
                    <a:moveTo>
                      <a:pt x="704" y="139"/>
                    </a:moveTo>
                    <a:lnTo>
                      <a:pt x="704" y="139"/>
                    </a:lnTo>
                    <a:cubicBezTo>
                      <a:pt x="780" y="215"/>
                      <a:pt x="780" y="339"/>
                      <a:pt x="704" y="416"/>
                    </a:cubicBezTo>
                    <a:lnTo>
                      <a:pt x="353" y="766"/>
                    </a:lnTo>
                    <a:cubicBezTo>
                      <a:pt x="277" y="842"/>
                      <a:pt x="153" y="842"/>
                      <a:pt x="76" y="766"/>
                    </a:cubicBezTo>
                    <a:cubicBezTo>
                      <a:pt x="0" y="689"/>
                      <a:pt x="0" y="565"/>
                      <a:pt x="76" y="489"/>
                    </a:cubicBezTo>
                    <a:lnTo>
                      <a:pt x="565" y="0"/>
                    </a:lnTo>
                    <a:lnTo>
                      <a:pt x="704" y="139"/>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119"/>
              <p:cNvSpPr>
                <a:spLocks/>
              </p:cNvSpPr>
              <p:nvPr/>
            </p:nvSpPr>
            <p:spPr bwMode="auto">
              <a:xfrm>
                <a:off x="636588" y="3443288"/>
                <a:ext cx="236538" cy="190500"/>
              </a:xfrm>
              <a:custGeom>
                <a:avLst/>
                <a:gdLst>
                  <a:gd name="T0" fmla="*/ 179 w 229"/>
                  <a:gd name="T1" fmla="*/ 0 h 184"/>
                  <a:gd name="T2" fmla="*/ 179 w 229"/>
                  <a:gd name="T3" fmla="*/ 0 h 184"/>
                  <a:gd name="T4" fmla="*/ 229 w 229"/>
                  <a:gd name="T5" fmla="*/ 50 h 184"/>
                  <a:gd name="T6" fmla="*/ 155 w 229"/>
                  <a:gd name="T7" fmla="*/ 124 h 184"/>
                  <a:gd name="T8" fmla="*/ 0 w 229"/>
                  <a:gd name="T9" fmla="*/ 179 h 184"/>
                  <a:gd name="T10" fmla="*/ 179 w 229"/>
                  <a:gd name="T11" fmla="*/ 0 h 184"/>
                </a:gdLst>
                <a:ahLst/>
                <a:cxnLst>
                  <a:cxn ang="0">
                    <a:pos x="T0" y="T1"/>
                  </a:cxn>
                  <a:cxn ang="0">
                    <a:pos x="T2" y="T3"/>
                  </a:cxn>
                  <a:cxn ang="0">
                    <a:pos x="T4" y="T5"/>
                  </a:cxn>
                  <a:cxn ang="0">
                    <a:pos x="T6" y="T7"/>
                  </a:cxn>
                  <a:cxn ang="0">
                    <a:pos x="T8" y="T9"/>
                  </a:cxn>
                  <a:cxn ang="0">
                    <a:pos x="T10" y="T11"/>
                  </a:cxn>
                </a:cxnLst>
                <a:rect l="0" t="0" r="r" b="b"/>
                <a:pathLst>
                  <a:path w="229" h="184">
                    <a:moveTo>
                      <a:pt x="179" y="0"/>
                    </a:moveTo>
                    <a:lnTo>
                      <a:pt x="179" y="0"/>
                    </a:lnTo>
                    <a:lnTo>
                      <a:pt x="229" y="50"/>
                    </a:lnTo>
                    <a:lnTo>
                      <a:pt x="155" y="124"/>
                    </a:lnTo>
                    <a:cubicBezTo>
                      <a:pt x="113" y="166"/>
                      <a:pt x="56" y="184"/>
                      <a:pt x="0" y="179"/>
                    </a:cubicBezTo>
                    <a:lnTo>
                      <a:pt x="179" y="0"/>
                    </a:lnTo>
                    <a:close/>
                  </a:path>
                </a:pathLst>
              </a:custGeom>
              <a:solidFill>
                <a:srgbClr val="EFD9C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7" name="Freeform 120"/>
            <p:cNvSpPr>
              <a:spLocks/>
            </p:cNvSpPr>
            <p:nvPr/>
          </p:nvSpPr>
          <p:spPr bwMode="auto">
            <a:xfrm>
              <a:off x="555625" y="4683125"/>
              <a:ext cx="811213" cy="2133600"/>
            </a:xfrm>
            <a:custGeom>
              <a:avLst/>
              <a:gdLst>
                <a:gd name="T0" fmla="*/ 0 w 787"/>
                <a:gd name="T1" fmla="*/ 0 h 2070"/>
                <a:gd name="T2" fmla="*/ 0 w 787"/>
                <a:gd name="T3" fmla="*/ 0 h 2070"/>
                <a:gd name="T4" fmla="*/ 787 w 787"/>
                <a:gd name="T5" fmla="*/ 1035 h 2070"/>
                <a:gd name="T6" fmla="*/ 0 w 787"/>
                <a:gd name="T7" fmla="*/ 2070 h 2070"/>
                <a:gd name="T8" fmla="*/ 0 w 787"/>
                <a:gd name="T9" fmla="*/ 0 h 2070"/>
              </a:gdLst>
              <a:ahLst/>
              <a:cxnLst>
                <a:cxn ang="0">
                  <a:pos x="T0" y="T1"/>
                </a:cxn>
                <a:cxn ang="0">
                  <a:pos x="T2" y="T3"/>
                </a:cxn>
                <a:cxn ang="0">
                  <a:pos x="T4" y="T5"/>
                </a:cxn>
                <a:cxn ang="0">
                  <a:pos x="T6" y="T7"/>
                </a:cxn>
                <a:cxn ang="0">
                  <a:pos x="T8" y="T9"/>
                </a:cxn>
              </a:cxnLst>
              <a:rect l="0" t="0" r="r" b="b"/>
              <a:pathLst>
                <a:path w="787" h="2070">
                  <a:moveTo>
                    <a:pt x="0" y="0"/>
                  </a:moveTo>
                  <a:lnTo>
                    <a:pt x="0" y="0"/>
                  </a:lnTo>
                  <a:cubicBezTo>
                    <a:pt x="454" y="126"/>
                    <a:pt x="787" y="542"/>
                    <a:pt x="787" y="1035"/>
                  </a:cubicBezTo>
                  <a:cubicBezTo>
                    <a:pt x="787" y="1529"/>
                    <a:pt x="454" y="1944"/>
                    <a:pt x="0" y="2070"/>
                  </a:cubicBezTo>
                  <a:lnTo>
                    <a:pt x="0" y="0"/>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0" name="Group 49"/>
          <p:cNvGrpSpPr/>
          <p:nvPr/>
        </p:nvGrpSpPr>
        <p:grpSpPr>
          <a:xfrm>
            <a:off x="11656887" y="3608388"/>
            <a:ext cx="1125538" cy="3373437"/>
            <a:chOff x="6924675" y="3443288"/>
            <a:chExt cx="1125538" cy="3373437"/>
          </a:xfrm>
        </p:grpSpPr>
        <p:grpSp>
          <p:nvGrpSpPr>
            <p:cNvPr id="51" name="Group 50"/>
            <p:cNvGrpSpPr/>
            <p:nvPr/>
          </p:nvGrpSpPr>
          <p:grpSpPr>
            <a:xfrm>
              <a:off x="7246938" y="3443288"/>
              <a:ext cx="803275" cy="868363"/>
              <a:chOff x="7246938" y="3443288"/>
              <a:chExt cx="803275" cy="868363"/>
            </a:xfrm>
          </p:grpSpPr>
          <p:sp>
            <p:nvSpPr>
              <p:cNvPr id="53" name="Freeform 122"/>
              <p:cNvSpPr>
                <a:spLocks/>
              </p:cNvSpPr>
              <p:nvPr/>
            </p:nvSpPr>
            <p:spPr bwMode="auto">
              <a:xfrm>
                <a:off x="7246938" y="3443288"/>
                <a:ext cx="803275" cy="868363"/>
              </a:xfrm>
              <a:custGeom>
                <a:avLst/>
                <a:gdLst>
                  <a:gd name="T0" fmla="*/ 77 w 780"/>
                  <a:gd name="T1" fmla="*/ 139 h 842"/>
                  <a:gd name="T2" fmla="*/ 77 w 780"/>
                  <a:gd name="T3" fmla="*/ 139 h 842"/>
                  <a:gd name="T4" fmla="*/ 77 w 780"/>
                  <a:gd name="T5" fmla="*/ 416 h 842"/>
                  <a:gd name="T6" fmla="*/ 427 w 780"/>
                  <a:gd name="T7" fmla="*/ 766 h 842"/>
                  <a:gd name="T8" fmla="*/ 704 w 780"/>
                  <a:gd name="T9" fmla="*/ 766 h 842"/>
                  <a:gd name="T10" fmla="*/ 704 w 780"/>
                  <a:gd name="T11" fmla="*/ 489 h 842"/>
                  <a:gd name="T12" fmla="*/ 215 w 780"/>
                  <a:gd name="T13" fmla="*/ 0 h 842"/>
                  <a:gd name="T14" fmla="*/ 77 w 780"/>
                  <a:gd name="T15" fmla="*/ 139 h 8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0" h="842">
                    <a:moveTo>
                      <a:pt x="77" y="139"/>
                    </a:moveTo>
                    <a:lnTo>
                      <a:pt x="77" y="139"/>
                    </a:lnTo>
                    <a:cubicBezTo>
                      <a:pt x="0" y="215"/>
                      <a:pt x="0" y="339"/>
                      <a:pt x="77" y="416"/>
                    </a:cubicBezTo>
                    <a:lnTo>
                      <a:pt x="427" y="766"/>
                    </a:lnTo>
                    <a:cubicBezTo>
                      <a:pt x="504" y="842"/>
                      <a:pt x="628" y="842"/>
                      <a:pt x="704" y="766"/>
                    </a:cubicBezTo>
                    <a:cubicBezTo>
                      <a:pt x="780" y="689"/>
                      <a:pt x="780" y="565"/>
                      <a:pt x="704" y="489"/>
                    </a:cubicBezTo>
                    <a:lnTo>
                      <a:pt x="215" y="0"/>
                    </a:lnTo>
                    <a:lnTo>
                      <a:pt x="77" y="139"/>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124"/>
              <p:cNvSpPr>
                <a:spLocks/>
              </p:cNvSpPr>
              <p:nvPr/>
            </p:nvSpPr>
            <p:spPr bwMode="auto">
              <a:xfrm>
                <a:off x="7418388" y="3443288"/>
                <a:ext cx="234950" cy="190500"/>
              </a:xfrm>
              <a:custGeom>
                <a:avLst/>
                <a:gdLst>
                  <a:gd name="T0" fmla="*/ 49 w 228"/>
                  <a:gd name="T1" fmla="*/ 0 h 184"/>
                  <a:gd name="T2" fmla="*/ 49 w 228"/>
                  <a:gd name="T3" fmla="*/ 0 h 184"/>
                  <a:gd name="T4" fmla="*/ 0 w 228"/>
                  <a:gd name="T5" fmla="*/ 50 h 184"/>
                  <a:gd name="T6" fmla="*/ 73 w 228"/>
                  <a:gd name="T7" fmla="*/ 124 h 184"/>
                  <a:gd name="T8" fmla="*/ 228 w 228"/>
                  <a:gd name="T9" fmla="*/ 179 h 184"/>
                  <a:gd name="T10" fmla="*/ 49 w 228"/>
                  <a:gd name="T11" fmla="*/ 0 h 184"/>
                </a:gdLst>
                <a:ahLst/>
                <a:cxnLst>
                  <a:cxn ang="0">
                    <a:pos x="T0" y="T1"/>
                  </a:cxn>
                  <a:cxn ang="0">
                    <a:pos x="T2" y="T3"/>
                  </a:cxn>
                  <a:cxn ang="0">
                    <a:pos x="T4" y="T5"/>
                  </a:cxn>
                  <a:cxn ang="0">
                    <a:pos x="T6" y="T7"/>
                  </a:cxn>
                  <a:cxn ang="0">
                    <a:pos x="T8" y="T9"/>
                  </a:cxn>
                  <a:cxn ang="0">
                    <a:pos x="T10" y="T11"/>
                  </a:cxn>
                </a:cxnLst>
                <a:rect l="0" t="0" r="r" b="b"/>
                <a:pathLst>
                  <a:path w="228" h="184">
                    <a:moveTo>
                      <a:pt x="49" y="0"/>
                    </a:moveTo>
                    <a:lnTo>
                      <a:pt x="49" y="0"/>
                    </a:lnTo>
                    <a:lnTo>
                      <a:pt x="0" y="50"/>
                    </a:lnTo>
                    <a:lnTo>
                      <a:pt x="73" y="124"/>
                    </a:lnTo>
                    <a:cubicBezTo>
                      <a:pt x="116" y="166"/>
                      <a:pt x="173" y="184"/>
                      <a:pt x="228" y="179"/>
                    </a:cubicBezTo>
                    <a:lnTo>
                      <a:pt x="49" y="0"/>
                    </a:lnTo>
                    <a:close/>
                  </a:path>
                </a:pathLst>
              </a:custGeom>
              <a:solidFill>
                <a:srgbClr val="EFD9C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2" name="Freeform 125"/>
            <p:cNvSpPr>
              <a:spLocks/>
            </p:cNvSpPr>
            <p:nvPr/>
          </p:nvSpPr>
          <p:spPr bwMode="auto">
            <a:xfrm>
              <a:off x="6924675" y="4683125"/>
              <a:ext cx="809625" cy="2133600"/>
            </a:xfrm>
            <a:custGeom>
              <a:avLst/>
              <a:gdLst>
                <a:gd name="T0" fmla="*/ 786 w 786"/>
                <a:gd name="T1" fmla="*/ 0 h 2070"/>
                <a:gd name="T2" fmla="*/ 786 w 786"/>
                <a:gd name="T3" fmla="*/ 0 h 2070"/>
                <a:gd name="T4" fmla="*/ 0 w 786"/>
                <a:gd name="T5" fmla="*/ 1035 h 2070"/>
                <a:gd name="T6" fmla="*/ 786 w 786"/>
                <a:gd name="T7" fmla="*/ 2070 h 2070"/>
                <a:gd name="T8" fmla="*/ 786 w 786"/>
                <a:gd name="T9" fmla="*/ 0 h 2070"/>
              </a:gdLst>
              <a:ahLst/>
              <a:cxnLst>
                <a:cxn ang="0">
                  <a:pos x="T0" y="T1"/>
                </a:cxn>
                <a:cxn ang="0">
                  <a:pos x="T2" y="T3"/>
                </a:cxn>
                <a:cxn ang="0">
                  <a:pos x="T4" y="T5"/>
                </a:cxn>
                <a:cxn ang="0">
                  <a:pos x="T6" y="T7"/>
                </a:cxn>
                <a:cxn ang="0">
                  <a:pos x="T8" y="T9"/>
                </a:cxn>
              </a:cxnLst>
              <a:rect l="0" t="0" r="r" b="b"/>
              <a:pathLst>
                <a:path w="786" h="2070">
                  <a:moveTo>
                    <a:pt x="786" y="0"/>
                  </a:moveTo>
                  <a:lnTo>
                    <a:pt x="786" y="0"/>
                  </a:lnTo>
                  <a:cubicBezTo>
                    <a:pt x="333" y="126"/>
                    <a:pt x="0" y="542"/>
                    <a:pt x="0" y="1035"/>
                  </a:cubicBezTo>
                  <a:cubicBezTo>
                    <a:pt x="0" y="1529"/>
                    <a:pt x="333" y="1944"/>
                    <a:pt x="786" y="2070"/>
                  </a:cubicBezTo>
                  <a:lnTo>
                    <a:pt x="786" y="0"/>
                  </a:lnTo>
                  <a:close/>
                </a:path>
              </a:pathLst>
            </a:custGeom>
            <a:solidFill>
              <a:srgbClr val="E5B5A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5" name="Rectangle 54"/>
          <p:cNvSpPr/>
          <p:nvPr/>
        </p:nvSpPr>
        <p:spPr>
          <a:xfrm>
            <a:off x="5605338" y="825051"/>
            <a:ext cx="6051549" cy="313932"/>
          </a:xfrm>
          <a:prstGeom prst="rect">
            <a:avLst/>
          </a:prstGeom>
        </p:spPr>
        <p:txBody>
          <a:bodyPr wrap="square">
            <a:spAutoFit/>
          </a:bodyPr>
          <a:lstStyle/>
          <a:p>
            <a:pPr>
              <a:lnSpc>
                <a:spcPct val="90000"/>
              </a:lnSpc>
            </a:pPr>
            <a:r>
              <a:rPr lang="en-US" sz="1600" b="1" dirty="0">
                <a:solidFill>
                  <a:schemeClr val="bg1">
                    <a:alpha val="99000"/>
                  </a:schemeClr>
                </a:solidFill>
                <a:latin typeface="Segoe UI Light"/>
              </a:rPr>
              <a:t>¡</a:t>
            </a:r>
            <a:r>
              <a:rPr lang="en-US" sz="1600" b="1" dirty="0" err="1">
                <a:solidFill>
                  <a:schemeClr val="bg1">
                    <a:alpha val="99000"/>
                  </a:schemeClr>
                </a:solidFill>
                <a:latin typeface="Segoe UI Light"/>
              </a:rPr>
              <a:t>Todas</a:t>
            </a:r>
            <a:r>
              <a:rPr lang="en-US" sz="1600" b="1" dirty="0">
                <a:solidFill>
                  <a:schemeClr val="bg1">
                    <a:alpha val="99000"/>
                  </a:schemeClr>
                </a:solidFill>
                <a:latin typeface="Segoe UI Light"/>
              </a:rPr>
              <a:t> las </a:t>
            </a:r>
            <a:r>
              <a:rPr lang="en-US" sz="1600" b="1" dirty="0" err="1">
                <a:solidFill>
                  <a:schemeClr val="bg1">
                    <a:alpha val="99000"/>
                  </a:schemeClr>
                </a:solidFill>
                <a:latin typeface="Segoe UI Light"/>
              </a:rPr>
              <a:t>capacidades</a:t>
            </a:r>
            <a:r>
              <a:rPr lang="en-US" sz="1600" b="1" dirty="0">
                <a:solidFill>
                  <a:schemeClr val="bg1">
                    <a:alpha val="99000"/>
                  </a:schemeClr>
                </a:solidFill>
                <a:latin typeface="Segoe UI Light"/>
              </a:rPr>
              <a:t> de Office, </a:t>
            </a:r>
            <a:r>
              <a:rPr lang="en-US" sz="1600" b="1" dirty="0" err="1">
                <a:solidFill>
                  <a:schemeClr val="bg1">
                    <a:alpha val="99000"/>
                  </a:schemeClr>
                </a:solidFill>
                <a:latin typeface="Segoe UI Light"/>
              </a:rPr>
              <a:t>ahora</a:t>
            </a:r>
            <a:r>
              <a:rPr lang="en-US" sz="1600" b="1" dirty="0">
                <a:solidFill>
                  <a:schemeClr val="bg1">
                    <a:alpha val="99000"/>
                  </a:schemeClr>
                </a:solidFill>
                <a:latin typeface="Segoe UI Light"/>
              </a:rPr>
              <a:t> </a:t>
            </a:r>
            <a:r>
              <a:rPr lang="en-US" sz="1600" b="1" dirty="0" err="1">
                <a:solidFill>
                  <a:schemeClr val="bg1">
                    <a:alpha val="99000"/>
                  </a:schemeClr>
                </a:solidFill>
                <a:latin typeface="Segoe UI Light"/>
              </a:rPr>
              <a:t>también</a:t>
            </a:r>
            <a:r>
              <a:rPr lang="en-US" sz="1600" b="1" dirty="0">
                <a:solidFill>
                  <a:schemeClr val="bg1">
                    <a:alpha val="99000"/>
                  </a:schemeClr>
                </a:solidFill>
                <a:latin typeface="Segoe UI Light"/>
              </a:rPr>
              <a:t> </a:t>
            </a:r>
            <a:r>
              <a:rPr lang="en-US" sz="1600" b="1" dirty="0" err="1">
                <a:solidFill>
                  <a:schemeClr val="bg1">
                    <a:alpha val="99000"/>
                  </a:schemeClr>
                </a:solidFill>
                <a:latin typeface="Segoe UI Light"/>
              </a:rPr>
              <a:t>en</a:t>
            </a:r>
            <a:r>
              <a:rPr lang="en-US" sz="1600" b="1" dirty="0">
                <a:solidFill>
                  <a:schemeClr val="bg1">
                    <a:alpha val="99000"/>
                  </a:schemeClr>
                </a:solidFill>
                <a:latin typeface="Segoe UI Light"/>
              </a:rPr>
              <a:t> </a:t>
            </a:r>
            <a:r>
              <a:rPr lang="en-US" sz="1600" b="1" dirty="0" err="1">
                <a:solidFill>
                  <a:schemeClr val="bg1">
                    <a:alpha val="99000"/>
                  </a:schemeClr>
                </a:solidFill>
                <a:latin typeface="Segoe UI Light"/>
              </a:rPr>
              <a:t>tu</a:t>
            </a:r>
            <a:r>
              <a:rPr lang="en-US" sz="1600" b="1" dirty="0">
                <a:solidFill>
                  <a:schemeClr val="bg1">
                    <a:alpha val="99000"/>
                  </a:schemeClr>
                </a:solidFill>
                <a:latin typeface="Segoe UI Light"/>
              </a:rPr>
              <a:t> </a:t>
            </a:r>
            <a:r>
              <a:rPr lang="en-US" sz="1600" b="1" dirty="0" err="1">
                <a:solidFill>
                  <a:schemeClr val="bg1">
                    <a:alpha val="99000"/>
                  </a:schemeClr>
                </a:solidFill>
                <a:latin typeface="Segoe UI Light"/>
              </a:rPr>
              <a:t>navegador</a:t>
            </a:r>
            <a:r>
              <a:rPr lang="en-US" sz="1600" b="1" dirty="0">
                <a:solidFill>
                  <a:schemeClr val="bg1">
                    <a:alpha val="99000"/>
                  </a:schemeClr>
                </a:solidFill>
                <a:latin typeface="Segoe UI Light"/>
              </a:rPr>
              <a:t>!</a:t>
            </a:r>
          </a:p>
        </p:txBody>
      </p:sp>
      <p:cxnSp>
        <p:nvCxnSpPr>
          <p:cNvPr id="56" name="Straight Connector 55"/>
          <p:cNvCxnSpPr/>
          <p:nvPr/>
        </p:nvCxnSpPr>
        <p:spPr>
          <a:xfrm>
            <a:off x="7065919" y="1114989"/>
            <a:ext cx="0" cy="633595"/>
          </a:xfrm>
          <a:prstGeom prst="line">
            <a:avLst/>
          </a:prstGeom>
          <a:ln w="28575">
            <a:solidFill>
              <a:schemeClr val="tx2"/>
            </a:solidFill>
            <a:prstDash val="sysDash"/>
            <a:headEnd type="none"/>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857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up)">
                                      <p:cBhvr>
                                        <p:cTn id="7" dur="500"/>
                                        <p:tgtEl>
                                          <p:spTgt spid="5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fade">
                                      <p:cBhvr>
                                        <p:cTn id="11"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p:cNvSpPr/>
          <p:nvPr/>
        </p:nvSpPr>
        <p:spPr>
          <a:xfrm>
            <a:off x="1" y="1"/>
            <a:ext cx="12990994" cy="6858000"/>
          </a:xfrm>
          <a:prstGeom prst="rect">
            <a:avLst/>
          </a:prstGeom>
          <a:solidFill>
            <a:srgbClr val="45ACC8"/>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Rectangle 54"/>
          <p:cNvSpPr/>
          <p:nvPr/>
        </p:nvSpPr>
        <p:spPr>
          <a:xfrm>
            <a:off x="1" y="1"/>
            <a:ext cx="12210290" cy="6858000"/>
          </a:xfrm>
          <a:prstGeom prst="rect">
            <a:avLst/>
          </a:prstGeom>
          <a:solidFill>
            <a:srgbClr val="45ACC8"/>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4"/>
          <p:cNvGrpSpPr>
            <a:grpSpLocks noChangeAspect="1"/>
          </p:cNvGrpSpPr>
          <p:nvPr/>
        </p:nvGrpSpPr>
        <p:grpSpPr bwMode="auto">
          <a:xfrm>
            <a:off x="6610070" y="4716237"/>
            <a:ext cx="6392516" cy="2141763"/>
            <a:chOff x="3751" y="2917"/>
            <a:chExt cx="4486" cy="1503"/>
          </a:xfrm>
        </p:grpSpPr>
        <p:sp>
          <p:nvSpPr>
            <p:cNvPr id="35" name="AutoShape 3"/>
            <p:cNvSpPr>
              <a:spLocks noChangeAspect="1" noChangeArrowheads="1" noTextEdit="1"/>
            </p:cNvSpPr>
            <p:nvPr/>
          </p:nvSpPr>
          <p:spPr bwMode="auto">
            <a:xfrm>
              <a:off x="3751" y="2917"/>
              <a:ext cx="4486" cy="1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36" name="Freeform 5"/>
            <p:cNvSpPr>
              <a:spLocks/>
            </p:cNvSpPr>
            <p:nvPr/>
          </p:nvSpPr>
          <p:spPr bwMode="auto">
            <a:xfrm>
              <a:off x="6119" y="3534"/>
              <a:ext cx="199" cy="340"/>
            </a:xfrm>
            <a:custGeom>
              <a:avLst/>
              <a:gdLst>
                <a:gd name="T0" fmla="*/ 84 w 84"/>
                <a:gd name="T1" fmla="*/ 138 h 143"/>
                <a:gd name="T2" fmla="*/ 78 w 84"/>
                <a:gd name="T3" fmla="*/ 143 h 143"/>
                <a:gd name="T4" fmla="*/ 6 w 84"/>
                <a:gd name="T5" fmla="*/ 143 h 143"/>
                <a:gd name="T6" fmla="*/ 0 w 84"/>
                <a:gd name="T7" fmla="*/ 138 h 143"/>
                <a:gd name="T8" fmla="*/ 0 w 84"/>
                <a:gd name="T9" fmla="*/ 5 h 143"/>
                <a:gd name="T10" fmla="*/ 6 w 84"/>
                <a:gd name="T11" fmla="*/ 0 h 143"/>
                <a:gd name="T12" fmla="*/ 78 w 84"/>
                <a:gd name="T13" fmla="*/ 0 h 143"/>
                <a:gd name="T14" fmla="*/ 84 w 84"/>
                <a:gd name="T15" fmla="*/ 5 h 143"/>
                <a:gd name="T16" fmla="*/ 84 w 84"/>
                <a:gd name="T17" fmla="*/ 138 h 143"/>
                <a:gd name="T18" fmla="*/ 84 w 84"/>
                <a:gd name="T19" fmla="*/ 138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143">
                  <a:moveTo>
                    <a:pt x="84" y="138"/>
                  </a:moveTo>
                  <a:cubicBezTo>
                    <a:pt x="84" y="141"/>
                    <a:pt x="82" y="143"/>
                    <a:pt x="78" y="143"/>
                  </a:cubicBezTo>
                  <a:cubicBezTo>
                    <a:pt x="6" y="143"/>
                    <a:pt x="6" y="143"/>
                    <a:pt x="6" y="143"/>
                  </a:cubicBezTo>
                  <a:cubicBezTo>
                    <a:pt x="3" y="143"/>
                    <a:pt x="0" y="141"/>
                    <a:pt x="0" y="138"/>
                  </a:cubicBezTo>
                  <a:cubicBezTo>
                    <a:pt x="0" y="5"/>
                    <a:pt x="0" y="5"/>
                    <a:pt x="0" y="5"/>
                  </a:cubicBezTo>
                  <a:cubicBezTo>
                    <a:pt x="0" y="2"/>
                    <a:pt x="3" y="0"/>
                    <a:pt x="6" y="0"/>
                  </a:cubicBezTo>
                  <a:cubicBezTo>
                    <a:pt x="78" y="0"/>
                    <a:pt x="78" y="0"/>
                    <a:pt x="78" y="0"/>
                  </a:cubicBezTo>
                  <a:cubicBezTo>
                    <a:pt x="82" y="0"/>
                    <a:pt x="84" y="2"/>
                    <a:pt x="84" y="5"/>
                  </a:cubicBezTo>
                  <a:cubicBezTo>
                    <a:pt x="84" y="138"/>
                    <a:pt x="84" y="138"/>
                    <a:pt x="84" y="138"/>
                  </a:cubicBezTo>
                  <a:cubicBezTo>
                    <a:pt x="84" y="138"/>
                    <a:pt x="84" y="138"/>
                    <a:pt x="84" y="138"/>
                  </a:cubicBezTo>
                  <a:close/>
                </a:path>
              </a:pathLst>
            </a:custGeom>
            <a:solidFill>
              <a:srgbClr val="0082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37" name="Freeform 6"/>
            <p:cNvSpPr>
              <a:spLocks/>
            </p:cNvSpPr>
            <p:nvPr/>
          </p:nvSpPr>
          <p:spPr bwMode="auto">
            <a:xfrm>
              <a:off x="6138" y="3553"/>
              <a:ext cx="161" cy="269"/>
            </a:xfrm>
            <a:custGeom>
              <a:avLst/>
              <a:gdLst>
                <a:gd name="T0" fmla="*/ 0 w 161"/>
                <a:gd name="T1" fmla="*/ 0 h 269"/>
                <a:gd name="T2" fmla="*/ 161 w 161"/>
                <a:gd name="T3" fmla="*/ 0 h 269"/>
                <a:gd name="T4" fmla="*/ 161 w 161"/>
                <a:gd name="T5" fmla="*/ 269 h 269"/>
                <a:gd name="T6" fmla="*/ 0 w 161"/>
                <a:gd name="T7" fmla="*/ 269 h 269"/>
                <a:gd name="T8" fmla="*/ 0 w 161"/>
                <a:gd name="T9" fmla="*/ 0 h 269"/>
                <a:gd name="T10" fmla="*/ 0 w 161"/>
                <a:gd name="T11" fmla="*/ 0 h 269"/>
              </a:gdLst>
              <a:ahLst/>
              <a:cxnLst>
                <a:cxn ang="0">
                  <a:pos x="T0" y="T1"/>
                </a:cxn>
                <a:cxn ang="0">
                  <a:pos x="T2" y="T3"/>
                </a:cxn>
                <a:cxn ang="0">
                  <a:pos x="T4" y="T5"/>
                </a:cxn>
                <a:cxn ang="0">
                  <a:pos x="T6" y="T7"/>
                </a:cxn>
                <a:cxn ang="0">
                  <a:pos x="T8" y="T9"/>
                </a:cxn>
                <a:cxn ang="0">
                  <a:pos x="T10" y="T11"/>
                </a:cxn>
              </a:cxnLst>
              <a:rect l="0" t="0" r="r" b="b"/>
              <a:pathLst>
                <a:path w="161" h="269">
                  <a:moveTo>
                    <a:pt x="0" y="0"/>
                  </a:moveTo>
                  <a:lnTo>
                    <a:pt x="161" y="0"/>
                  </a:lnTo>
                  <a:lnTo>
                    <a:pt x="161" y="269"/>
                  </a:lnTo>
                  <a:lnTo>
                    <a:pt x="0" y="269"/>
                  </a:lnTo>
                  <a:lnTo>
                    <a:pt x="0" y="0"/>
                  </a:lnTo>
                  <a:lnTo>
                    <a:pt x="0" y="0"/>
                  </a:lnTo>
                  <a:close/>
                </a:path>
              </a:pathLst>
            </a:custGeom>
            <a:solidFill>
              <a:srgbClr val="009E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38" name="Freeform 7"/>
            <p:cNvSpPr>
              <a:spLocks/>
            </p:cNvSpPr>
            <p:nvPr/>
          </p:nvSpPr>
          <p:spPr bwMode="auto">
            <a:xfrm>
              <a:off x="6044" y="3406"/>
              <a:ext cx="210" cy="361"/>
            </a:xfrm>
            <a:custGeom>
              <a:avLst/>
              <a:gdLst>
                <a:gd name="T0" fmla="*/ 89 w 89"/>
                <a:gd name="T1" fmla="*/ 147 h 152"/>
                <a:gd name="T2" fmla="*/ 83 w 89"/>
                <a:gd name="T3" fmla="*/ 152 h 152"/>
                <a:gd name="T4" fmla="*/ 6 w 89"/>
                <a:gd name="T5" fmla="*/ 152 h 152"/>
                <a:gd name="T6" fmla="*/ 0 w 89"/>
                <a:gd name="T7" fmla="*/ 147 h 152"/>
                <a:gd name="T8" fmla="*/ 0 w 89"/>
                <a:gd name="T9" fmla="*/ 6 h 152"/>
                <a:gd name="T10" fmla="*/ 6 w 89"/>
                <a:gd name="T11" fmla="*/ 0 h 152"/>
                <a:gd name="T12" fmla="*/ 83 w 89"/>
                <a:gd name="T13" fmla="*/ 0 h 152"/>
                <a:gd name="T14" fmla="*/ 89 w 89"/>
                <a:gd name="T15" fmla="*/ 6 h 152"/>
                <a:gd name="T16" fmla="*/ 89 w 89"/>
                <a:gd name="T17" fmla="*/ 147 h 152"/>
                <a:gd name="T18" fmla="*/ 89 w 89"/>
                <a:gd name="T19" fmla="*/ 14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152">
                  <a:moveTo>
                    <a:pt x="89" y="147"/>
                  </a:moveTo>
                  <a:cubicBezTo>
                    <a:pt x="89" y="150"/>
                    <a:pt x="86" y="152"/>
                    <a:pt x="83" y="152"/>
                  </a:cubicBezTo>
                  <a:cubicBezTo>
                    <a:pt x="6" y="152"/>
                    <a:pt x="6" y="152"/>
                    <a:pt x="6" y="152"/>
                  </a:cubicBezTo>
                  <a:cubicBezTo>
                    <a:pt x="2" y="152"/>
                    <a:pt x="0" y="150"/>
                    <a:pt x="0" y="147"/>
                  </a:cubicBezTo>
                  <a:cubicBezTo>
                    <a:pt x="0" y="6"/>
                    <a:pt x="0" y="6"/>
                    <a:pt x="0" y="6"/>
                  </a:cubicBezTo>
                  <a:cubicBezTo>
                    <a:pt x="0" y="2"/>
                    <a:pt x="2" y="0"/>
                    <a:pt x="6" y="0"/>
                  </a:cubicBezTo>
                  <a:cubicBezTo>
                    <a:pt x="83" y="0"/>
                    <a:pt x="83" y="0"/>
                    <a:pt x="83" y="0"/>
                  </a:cubicBezTo>
                  <a:cubicBezTo>
                    <a:pt x="86" y="0"/>
                    <a:pt x="89" y="2"/>
                    <a:pt x="89" y="6"/>
                  </a:cubicBezTo>
                  <a:cubicBezTo>
                    <a:pt x="89" y="147"/>
                    <a:pt x="89" y="147"/>
                    <a:pt x="89" y="147"/>
                  </a:cubicBezTo>
                  <a:cubicBezTo>
                    <a:pt x="89" y="147"/>
                    <a:pt x="89" y="147"/>
                    <a:pt x="89" y="147"/>
                  </a:cubicBez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39" name="Freeform 8"/>
            <p:cNvSpPr>
              <a:spLocks/>
            </p:cNvSpPr>
            <p:nvPr/>
          </p:nvSpPr>
          <p:spPr bwMode="auto">
            <a:xfrm>
              <a:off x="6063" y="3427"/>
              <a:ext cx="170" cy="285"/>
            </a:xfrm>
            <a:custGeom>
              <a:avLst/>
              <a:gdLst>
                <a:gd name="T0" fmla="*/ 0 w 170"/>
                <a:gd name="T1" fmla="*/ 0 h 285"/>
                <a:gd name="T2" fmla="*/ 170 w 170"/>
                <a:gd name="T3" fmla="*/ 0 h 285"/>
                <a:gd name="T4" fmla="*/ 170 w 170"/>
                <a:gd name="T5" fmla="*/ 285 h 285"/>
                <a:gd name="T6" fmla="*/ 0 w 170"/>
                <a:gd name="T7" fmla="*/ 285 h 285"/>
                <a:gd name="T8" fmla="*/ 0 w 170"/>
                <a:gd name="T9" fmla="*/ 0 h 285"/>
                <a:gd name="T10" fmla="*/ 0 w 170"/>
                <a:gd name="T11" fmla="*/ 0 h 285"/>
              </a:gdLst>
              <a:ahLst/>
              <a:cxnLst>
                <a:cxn ang="0">
                  <a:pos x="T0" y="T1"/>
                </a:cxn>
                <a:cxn ang="0">
                  <a:pos x="T2" y="T3"/>
                </a:cxn>
                <a:cxn ang="0">
                  <a:pos x="T4" y="T5"/>
                </a:cxn>
                <a:cxn ang="0">
                  <a:pos x="T6" y="T7"/>
                </a:cxn>
                <a:cxn ang="0">
                  <a:pos x="T8" y="T9"/>
                </a:cxn>
                <a:cxn ang="0">
                  <a:pos x="T10" y="T11"/>
                </a:cxn>
              </a:cxnLst>
              <a:rect l="0" t="0" r="r" b="b"/>
              <a:pathLst>
                <a:path w="170" h="285">
                  <a:moveTo>
                    <a:pt x="0" y="0"/>
                  </a:moveTo>
                  <a:lnTo>
                    <a:pt x="170" y="0"/>
                  </a:lnTo>
                  <a:lnTo>
                    <a:pt x="170" y="285"/>
                  </a:lnTo>
                  <a:lnTo>
                    <a:pt x="0" y="285"/>
                  </a:lnTo>
                  <a:lnTo>
                    <a:pt x="0" y="0"/>
                  </a:ln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0" name="Rectangle 9"/>
            <p:cNvSpPr>
              <a:spLocks noChangeArrowheads="1"/>
            </p:cNvSpPr>
            <p:nvPr/>
          </p:nvSpPr>
          <p:spPr bwMode="auto">
            <a:xfrm>
              <a:off x="6633" y="3311"/>
              <a:ext cx="409" cy="929"/>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1" name="Rectangle 10"/>
            <p:cNvSpPr>
              <a:spLocks noChangeArrowheads="1"/>
            </p:cNvSpPr>
            <p:nvPr/>
          </p:nvSpPr>
          <p:spPr bwMode="auto">
            <a:xfrm>
              <a:off x="6742" y="3076"/>
              <a:ext cx="224" cy="80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2" name="Rectangle 11"/>
            <p:cNvSpPr>
              <a:spLocks noChangeArrowheads="1"/>
            </p:cNvSpPr>
            <p:nvPr/>
          </p:nvSpPr>
          <p:spPr bwMode="auto">
            <a:xfrm>
              <a:off x="6510" y="3582"/>
              <a:ext cx="163" cy="658"/>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3" name="Rectangle 42"/>
            <p:cNvSpPr>
              <a:spLocks noChangeArrowheads="1"/>
            </p:cNvSpPr>
            <p:nvPr/>
          </p:nvSpPr>
          <p:spPr bwMode="auto">
            <a:xfrm>
              <a:off x="7851" y="3190"/>
              <a:ext cx="163" cy="501"/>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4" name="Rectangle 43"/>
            <p:cNvSpPr>
              <a:spLocks noChangeArrowheads="1"/>
            </p:cNvSpPr>
            <p:nvPr/>
          </p:nvSpPr>
          <p:spPr bwMode="auto">
            <a:xfrm>
              <a:off x="7499" y="3606"/>
              <a:ext cx="433" cy="634"/>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5" name="Rectangle 44"/>
            <p:cNvSpPr>
              <a:spLocks noChangeArrowheads="1"/>
            </p:cNvSpPr>
            <p:nvPr/>
          </p:nvSpPr>
          <p:spPr bwMode="auto">
            <a:xfrm>
              <a:off x="7856" y="3912"/>
              <a:ext cx="315" cy="472"/>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6" name="Rectangle 45"/>
            <p:cNvSpPr>
              <a:spLocks noChangeArrowheads="1"/>
            </p:cNvSpPr>
            <p:nvPr/>
          </p:nvSpPr>
          <p:spPr bwMode="auto">
            <a:xfrm>
              <a:off x="7745" y="3311"/>
              <a:ext cx="314" cy="1031"/>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7" name="Freeform 46"/>
            <p:cNvSpPr>
              <a:spLocks/>
            </p:cNvSpPr>
            <p:nvPr/>
          </p:nvSpPr>
          <p:spPr bwMode="auto">
            <a:xfrm>
              <a:off x="4506" y="3147"/>
              <a:ext cx="260" cy="777"/>
            </a:xfrm>
            <a:custGeom>
              <a:avLst/>
              <a:gdLst>
                <a:gd name="T0" fmla="*/ 144 w 260"/>
                <a:gd name="T1" fmla="*/ 0 h 777"/>
                <a:gd name="T2" fmla="*/ 0 w 260"/>
                <a:gd name="T3" fmla="*/ 777 h 777"/>
                <a:gd name="T4" fmla="*/ 260 w 260"/>
                <a:gd name="T5" fmla="*/ 777 h 777"/>
                <a:gd name="T6" fmla="*/ 144 w 260"/>
                <a:gd name="T7" fmla="*/ 0 h 777"/>
              </a:gdLst>
              <a:ahLst/>
              <a:cxnLst>
                <a:cxn ang="0">
                  <a:pos x="T0" y="T1"/>
                </a:cxn>
                <a:cxn ang="0">
                  <a:pos x="T2" y="T3"/>
                </a:cxn>
                <a:cxn ang="0">
                  <a:pos x="T4" y="T5"/>
                </a:cxn>
                <a:cxn ang="0">
                  <a:pos x="T6" y="T7"/>
                </a:cxn>
              </a:cxnLst>
              <a:rect l="0" t="0" r="r" b="b"/>
              <a:pathLst>
                <a:path w="260" h="777">
                  <a:moveTo>
                    <a:pt x="144" y="0"/>
                  </a:moveTo>
                  <a:lnTo>
                    <a:pt x="0" y="777"/>
                  </a:lnTo>
                  <a:lnTo>
                    <a:pt x="260" y="777"/>
                  </a:lnTo>
                  <a:lnTo>
                    <a:pt x="144" y="0"/>
                  </a:ln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8" name="Freeform 17"/>
            <p:cNvSpPr>
              <a:spLocks/>
            </p:cNvSpPr>
            <p:nvPr/>
          </p:nvSpPr>
          <p:spPr bwMode="auto">
            <a:xfrm>
              <a:off x="4721" y="3328"/>
              <a:ext cx="201" cy="596"/>
            </a:xfrm>
            <a:custGeom>
              <a:avLst/>
              <a:gdLst>
                <a:gd name="T0" fmla="*/ 111 w 201"/>
                <a:gd name="T1" fmla="*/ 0 h 596"/>
                <a:gd name="T2" fmla="*/ 0 w 201"/>
                <a:gd name="T3" fmla="*/ 596 h 596"/>
                <a:gd name="T4" fmla="*/ 201 w 201"/>
                <a:gd name="T5" fmla="*/ 596 h 596"/>
                <a:gd name="T6" fmla="*/ 111 w 201"/>
                <a:gd name="T7" fmla="*/ 0 h 596"/>
              </a:gdLst>
              <a:ahLst/>
              <a:cxnLst>
                <a:cxn ang="0">
                  <a:pos x="T0" y="T1"/>
                </a:cxn>
                <a:cxn ang="0">
                  <a:pos x="T2" y="T3"/>
                </a:cxn>
                <a:cxn ang="0">
                  <a:pos x="T4" y="T5"/>
                </a:cxn>
                <a:cxn ang="0">
                  <a:pos x="T6" y="T7"/>
                </a:cxn>
              </a:cxnLst>
              <a:rect l="0" t="0" r="r" b="b"/>
              <a:pathLst>
                <a:path w="201" h="596">
                  <a:moveTo>
                    <a:pt x="111" y="0"/>
                  </a:moveTo>
                  <a:lnTo>
                    <a:pt x="0" y="596"/>
                  </a:lnTo>
                  <a:lnTo>
                    <a:pt x="201" y="596"/>
                  </a:lnTo>
                  <a:lnTo>
                    <a:pt x="111" y="0"/>
                  </a:ln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49" name="Freeform 18"/>
            <p:cNvSpPr>
              <a:spLocks/>
            </p:cNvSpPr>
            <p:nvPr/>
          </p:nvSpPr>
          <p:spPr bwMode="auto">
            <a:xfrm>
              <a:off x="5781" y="3907"/>
              <a:ext cx="2454" cy="511"/>
            </a:xfrm>
            <a:custGeom>
              <a:avLst/>
              <a:gdLst>
                <a:gd name="T0" fmla="*/ 641 w 1037"/>
                <a:gd name="T1" fmla="*/ 10 h 215"/>
                <a:gd name="T2" fmla="*/ 629 w 1037"/>
                <a:gd name="T3" fmla="*/ 8 h 215"/>
                <a:gd name="T4" fmla="*/ 601 w 1037"/>
                <a:gd name="T5" fmla="*/ 5 h 215"/>
                <a:gd name="T6" fmla="*/ 544 w 1037"/>
                <a:gd name="T7" fmla="*/ 1 h 215"/>
                <a:gd name="T8" fmla="*/ 512 w 1037"/>
                <a:gd name="T9" fmla="*/ 0 h 215"/>
                <a:gd name="T10" fmla="*/ 0 w 1037"/>
                <a:gd name="T11" fmla="*/ 215 h 215"/>
                <a:gd name="T12" fmla="*/ 367 w 1037"/>
                <a:gd name="T13" fmla="*/ 215 h 215"/>
                <a:gd name="T14" fmla="*/ 1037 w 1037"/>
                <a:gd name="T15" fmla="*/ 215 h 215"/>
                <a:gd name="T16" fmla="*/ 641 w 1037"/>
                <a:gd name="T17" fmla="*/ 1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7" h="215">
                  <a:moveTo>
                    <a:pt x="641" y="10"/>
                  </a:moveTo>
                  <a:cubicBezTo>
                    <a:pt x="637" y="10"/>
                    <a:pt x="633" y="9"/>
                    <a:pt x="629" y="8"/>
                  </a:cubicBezTo>
                  <a:cubicBezTo>
                    <a:pt x="620" y="7"/>
                    <a:pt x="611" y="6"/>
                    <a:pt x="601" y="5"/>
                  </a:cubicBezTo>
                  <a:cubicBezTo>
                    <a:pt x="582" y="2"/>
                    <a:pt x="563" y="1"/>
                    <a:pt x="544" y="1"/>
                  </a:cubicBezTo>
                  <a:cubicBezTo>
                    <a:pt x="533" y="0"/>
                    <a:pt x="523" y="0"/>
                    <a:pt x="512" y="0"/>
                  </a:cubicBezTo>
                  <a:cubicBezTo>
                    <a:pt x="327" y="2"/>
                    <a:pt x="142" y="73"/>
                    <a:pt x="0" y="215"/>
                  </a:cubicBezTo>
                  <a:cubicBezTo>
                    <a:pt x="367" y="215"/>
                    <a:pt x="367" y="215"/>
                    <a:pt x="367" y="215"/>
                  </a:cubicBezTo>
                  <a:cubicBezTo>
                    <a:pt x="1037" y="215"/>
                    <a:pt x="1037" y="215"/>
                    <a:pt x="1037" y="215"/>
                  </a:cubicBezTo>
                  <a:cubicBezTo>
                    <a:pt x="925" y="103"/>
                    <a:pt x="786" y="35"/>
                    <a:pt x="641" y="10"/>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50" name="Freeform 19"/>
            <p:cNvSpPr>
              <a:spLocks/>
            </p:cNvSpPr>
            <p:nvPr/>
          </p:nvSpPr>
          <p:spPr bwMode="auto">
            <a:xfrm>
              <a:off x="3749" y="3632"/>
              <a:ext cx="3773" cy="786"/>
            </a:xfrm>
            <a:custGeom>
              <a:avLst/>
              <a:gdLst>
                <a:gd name="T0" fmla="*/ 985 w 1595"/>
                <a:gd name="T1" fmla="*/ 16 h 331"/>
                <a:gd name="T2" fmla="*/ 968 w 1595"/>
                <a:gd name="T3" fmla="*/ 13 h 331"/>
                <a:gd name="T4" fmla="*/ 925 w 1595"/>
                <a:gd name="T5" fmla="*/ 7 h 331"/>
                <a:gd name="T6" fmla="*/ 836 w 1595"/>
                <a:gd name="T7" fmla="*/ 1 h 331"/>
                <a:gd name="T8" fmla="*/ 788 w 1595"/>
                <a:gd name="T9" fmla="*/ 0 h 331"/>
                <a:gd name="T10" fmla="*/ 0 w 1595"/>
                <a:gd name="T11" fmla="*/ 331 h 331"/>
                <a:gd name="T12" fmla="*/ 564 w 1595"/>
                <a:gd name="T13" fmla="*/ 331 h 331"/>
                <a:gd name="T14" fmla="*/ 1595 w 1595"/>
                <a:gd name="T15" fmla="*/ 331 h 331"/>
                <a:gd name="T16" fmla="*/ 985 w 1595"/>
                <a:gd name="T17" fmla="*/ 16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95" h="331">
                  <a:moveTo>
                    <a:pt x="985" y="16"/>
                  </a:moveTo>
                  <a:cubicBezTo>
                    <a:pt x="980" y="15"/>
                    <a:pt x="974" y="14"/>
                    <a:pt x="968" y="13"/>
                  </a:cubicBezTo>
                  <a:cubicBezTo>
                    <a:pt x="954" y="11"/>
                    <a:pt x="939" y="9"/>
                    <a:pt x="925" y="7"/>
                  </a:cubicBezTo>
                  <a:cubicBezTo>
                    <a:pt x="895" y="4"/>
                    <a:pt x="866" y="2"/>
                    <a:pt x="836" y="1"/>
                  </a:cubicBezTo>
                  <a:cubicBezTo>
                    <a:pt x="820" y="0"/>
                    <a:pt x="804" y="0"/>
                    <a:pt x="788" y="0"/>
                  </a:cubicBezTo>
                  <a:cubicBezTo>
                    <a:pt x="502" y="3"/>
                    <a:pt x="218" y="113"/>
                    <a:pt x="0" y="331"/>
                  </a:cubicBezTo>
                  <a:cubicBezTo>
                    <a:pt x="564" y="331"/>
                    <a:pt x="564" y="331"/>
                    <a:pt x="564" y="331"/>
                  </a:cubicBezTo>
                  <a:cubicBezTo>
                    <a:pt x="1595" y="331"/>
                    <a:pt x="1595" y="331"/>
                    <a:pt x="1595" y="331"/>
                  </a:cubicBezTo>
                  <a:cubicBezTo>
                    <a:pt x="1422" y="159"/>
                    <a:pt x="1208" y="54"/>
                    <a:pt x="985" y="16"/>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51" name="Freeform 20"/>
            <p:cNvSpPr>
              <a:spLocks/>
            </p:cNvSpPr>
            <p:nvPr/>
          </p:nvSpPr>
          <p:spPr bwMode="auto">
            <a:xfrm>
              <a:off x="4463" y="3634"/>
              <a:ext cx="1346" cy="784"/>
            </a:xfrm>
            <a:custGeom>
              <a:avLst/>
              <a:gdLst>
                <a:gd name="T0" fmla="*/ 569 w 569"/>
                <a:gd name="T1" fmla="*/ 1 h 330"/>
                <a:gd name="T2" fmla="*/ 559 w 569"/>
                <a:gd name="T3" fmla="*/ 0 h 330"/>
                <a:gd name="T4" fmla="*/ 0 w 569"/>
                <a:gd name="T5" fmla="*/ 330 h 330"/>
                <a:gd name="T6" fmla="*/ 106 w 569"/>
                <a:gd name="T7" fmla="*/ 330 h 330"/>
                <a:gd name="T8" fmla="*/ 569 w 569"/>
                <a:gd name="T9" fmla="*/ 1 h 330"/>
              </a:gdLst>
              <a:ahLst/>
              <a:cxnLst>
                <a:cxn ang="0">
                  <a:pos x="T0" y="T1"/>
                </a:cxn>
                <a:cxn ang="0">
                  <a:pos x="T2" y="T3"/>
                </a:cxn>
                <a:cxn ang="0">
                  <a:pos x="T4" y="T5"/>
                </a:cxn>
                <a:cxn ang="0">
                  <a:pos x="T6" y="T7"/>
                </a:cxn>
                <a:cxn ang="0">
                  <a:pos x="T8" y="T9"/>
                </a:cxn>
              </a:cxnLst>
              <a:rect l="0" t="0" r="r" b="b"/>
              <a:pathLst>
                <a:path w="569" h="330">
                  <a:moveTo>
                    <a:pt x="569" y="1"/>
                  </a:moveTo>
                  <a:cubicBezTo>
                    <a:pt x="565" y="1"/>
                    <a:pt x="562" y="0"/>
                    <a:pt x="559" y="0"/>
                  </a:cubicBezTo>
                  <a:cubicBezTo>
                    <a:pt x="221" y="64"/>
                    <a:pt x="0" y="330"/>
                    <a:pt x="0" y="330"/>
                  </a:cubicBezTo>
                  <a:cubicBezTo>
                    <a:pt x="106" y="330"/>
                    <a:pt x="106" y="330"/>
                    <a:pt x="106" y="330"/>
                  </a:cubicBezTo>
                  <a:cubicBezTo>
                    <a:pt x="106" y="330"/>
                    <a:pt x="315" y="75"/>
                    <a:pt x="569" y="1"/>
                  </a:cubicBezTo>
                  <a:close/>
                </a:path>
              </a:pathLst>
            </a:custGeom>
            <a:solidFill>
              <a:srgbClr val="E8E8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52" name="Freeform 21"/>
            <p:cNvSpPr>
              <a:spLocks/>
            </p:cNvSpPr>
            <p:nvPr/>
          </p:nvSpPr>
          <p:spPr bwMode="auto">
            <a:xfrm>
              <a:off x="5942" y="3722"/>
              <a:ext cx="442" cy="696"/>
            </a:xfrm>
            <a:custGeom>
              <a:avLst/>
              <a:gdLst>
                <a:gd name="T0" fmla="*/ 187 w 187"/>
                <a:gd name="T1" fmla="*/ 6 h 293"/>
                <a:gd name="T2" fmla="*/ 167 w 187"/>
                <a:gd name="T3" fmla="*/ 0 h 293"/>
                <a:gd name="T4" fmla="*/ 24 w 187"/>
                <a:gd name="T5" fmla="*/ 293 h 293"/>
                <a:gd name="T6" fmla="*/ 67 w 187"/>
                <a:gd name="T7" fmla="*/ 293 h 293"/>
                <a:gd name="T8" fmla="*/ 187 w 187"/>
                <a:gd name="T9" fmla="*/ 6 h 293"/>
              </a:gdLst>
              <a:ahLst/>
              <a:cxnLst>
                <a:cxn ang="0">
                  <a:pos x="T0" y="T1"/>
                </a:cxn>
                <a:cxn ang="0">
                  <a:pos x="T2" y="T3"/>
                </a:cxn>
                <a:cxn ang="0">
                  <a:pos x="T4" y="T5"/>
                </a:cxn>
                <a:cxn ang="0">
                  <a:pos x="T6" y="T7"/>
                </a:cxn>
                <a:cxn ang="0">
                  <a:pos x="T8" y="T9"/>
                </a:cxn>
              </a:cxnLst>
              <a:rect l="0" t="0" r="r" b="b"/>
              <a:pathLst>
                <a:path w="187" h="293">
                  <a:moveTo>
                    <a:pt x="187" y="6"/>
                  </a:moveTo>
                  <a:cubicBezTo>
                    <a:pt x="181" y="4"/>
                    <a:pt x="174" y="2"/>
                    <a:pt x="167" y="0"/>
                  </a:cubicBezTo>
                  <a:cubicBezTo>
                    <a:pt x="159" y="7"/>
                    <a:pt x="0" y="133"/>
                    <a:pt x="24" y="293"/>
                  </a:cubicBezTo>
                  <a:cubicBezTo>
                    <a:pt x="67" y="293"/>
                    <a:pt x="67" y="293"/>
                    <a:pt x="67" y="293"/>
                  </a:cubicBezTo>
                  <a:cubicBezTo>
                    <a:pt x="35" y="129"/>
                    <a:pt x="187" y="6"/>
                    <a:pt x="187" y="6"/>
                  </a:cubicBezTo>
                  <a:close/>
                </a:path>
              </a:pathLst>
            </a:custGeom>
            <a:solidFill>
              <a:srgbClr val="E8E8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53" name="Freeform 22"/>
            <p:cNvSpPr>
              <a:spLocks/>
            </p:cNvSpPr>
            <p:nvPr/>
          </p:nvSpPr>
          <p:spPr bwMode="auto">
            <a:xfrm>
              <a:off x="4714" y="3636"/>
              <a:ext cx="1623" cy="782"/>
            </a:xfrm>
            <a:custGeom>
              <a:avLst/>
              <a:gdLst>
                <a:gd name="T0" fmla="*/ 686 w 686"/>
                <a:gd name="T1" fmla="*/ 36 h 329"/>
                <a:gd name="T2" fmla="*/ 463 w 686"/>
                <a:gd name="T3" fmla="*/ 0 h 329"/>
                <a:gd name="T4" fmla="*/ 0 w 686"/>
                <a:gd name="T5" fmla="*/ 329 h 329"/>
                <a:gd name="T6" fmla="*/ 543 w 686"/>
                <a:gd name="T7" fmla="*/ 329 h 329"/>
                <a:gd name="T8" fmla="*/ 686 w 686"/>
                <a:gd name="T9" fmla="*/ 36 h 329"/>
              </a:gdLst>
              <a:ahLst/>
              <a:cxnLst>
                <a:cxn ang="0">
                  <a:pos x="T0" y="T1"/>
                </a:cxn>
                <a:cxn ang="0">
                  <a:pos x="T2" y="T3"/>
                </a:cxn>
                <a:cxn ang="0">
                  <a:pos x="T4" y="T5"/>
                </a:cxn>
                <a:cxn ang="0">
                  <a:pos x="T6" y="T7"/>
                </a:cxn>
                <a:cxn ang="0">
                  <a:pos x="T8" y="T9"/>
                </a:cxn>
              </a:cxnLst>
              <a:rect l="0" t="0" r="r" b="b"/>
              <a:pathLst>
                <a:path w="686" h="329">
                  <a:moveTo>
                    <a:pt x="686" y="36"/>
                  </a:moveTo>
                  <a:cubicBezTo>
                    <a:pt x="613" y="17"/>
                    <a:pt x="538" y="5"/>
                    <a:pt x="463" y="0"/>
                  </a:cubicBezTo>
                  <a:cubicBezTo>
                    <a:pt x="209" y="74"/>
                    <a:pt x="0" y="329"/>
                    <a:pt x="0" y="329"/>
                  </a:cubicBezTo>
                  <a:cubicBezTo>
                    <a:pt x="543" y="329"/>
                    <a:pt x="543" y="329"/>
                    <a:pt x="543" y="329"/>
                  </a:cubicBezTo>
                  <a:cubicBezTo>
                    <a:pt x="519" y="169"/>
                    <a:pt x="678" y="43"/>
                    <a:pt x="686" y="36"/>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54" name="Rectangle 23"/>
            <p:cNvSpPr>
              <a:spLocks noChangeArrowheads="1"/>
            </p:cNvSpPr>
            <p:nvPr/>
          </p:nvSpPr>
          <p:spPr bwMode="auto">
            <a:xfrm>
              <a:off x="6820" y="2931"/>
              <a:ext cx="790" cy="1399"/>
            </a:xfrm>
            <a:prstGeom prst="rect">
              <a:avLst/>
            </a:prstGeom>
            <a:solidFill>
              <a:srgbClr val="0042A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6" name="Rectangle 24"/>
            <p:cNvSpPr>
              <a:spLocks noChangeArrowheads="1"/>
            </p:cNvSpPr>
            <p:nvPr/>
          </p:nvSpPr>
          <p:spPr bwMode="auto">
            <a:xfrm>
              <a:off x="7255" y="4130"/>
              <a:ext cx="102" cy="20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7" name="Freeform 25"/>
            <p:cNvSpPr>
              <a:spLocks/>
            </p:cNvSpPr>
            <p:nvPr/>
          </p:nvSpPr>
          <p:spPr bwMode="auto">
            <a:xfrm>
              <a:off x="7610" y="4161"/>
              <a:ext cx="203" cy="169"/>
            </a:xfrm>
            <a:custGeom>
              <a:avLst/>
              <a:gdLst>
                <a:gd name="T0" fmla="*/ 0 w 203"/>
                <a:gd name="T1" fmla="*/ 169 h 169"/>
                <a:gd name="T2" fmla="*/ 203 w 203"/>
                <a:gd name="T3" fmla="*/ 0 h 169"/>
                <a:gd name="T4" fmla="*/ 0 w 203"/>
                <a:gd name="T5" fmla="*/ 0 h 169"/>
                <a:gd name="T6" fmla="*/ 0 w 203"/>
                <a:gd name="T7" fmla="*/ 169 h 169"/>
              </a:gdLst>
              <a:ahLst/>
              <a:cxnLst>
                <a:cxn ang="0">
                  <a:pos x="T0" y="T1"/>
                </a:cxn>
                <a:cxn ang="0">
                  <a:pos x="T2" y="T3"/>
                </a:cxn>
                <a:cxn ang="0">
                  <a:pos x="T4" y="T5"/>
                </a:cxn>
                <a:cxn ang="0">
                  <a:pos x="T6" y="T7"/>
                </a:cxn>
              </a:cxnLst>
              <a:rect l="0" t="0" r="r" b="b"/>
              <a:pathLst>
                <a:path w="203" h="169">
                  <a:moveTo>
                    <a:pt x="0" y="169"/>
                  </a:moveTo>
                  <a:lnTo>
                    <a:pt x="203" y="0"/>
                  </a:lnTo>
                  <a:lnTo>
                    <a:pt x="0" y="0"/>
                  </a:lnTo>
                  <a:lnTo>
                    <a:pt x="0" y="169"/>
                  </a:ln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8" name="Freeform 26"/>
            <p:cNvSpPr>
              <a:spLocks/>
            </p:cNvSpPr>
            <p:nvPr/>
          </p:nvSpPr>
          <p:spPr bwMode="auto">
            <a:xfrm>
              <a:off x="5930" y="3741"/>
              <a:ext cx="149" cy="126"/>
            </a:xfrm>
            <a:custGeom>
              <a:avLst/>
              <a:gdLst>
                <a:gd name="T0" fmla="*/ 0 w 149"/>
                <a:gd name="T1" fmla="*/ 126 h 126"/>
                <a:gd name="T2" fmla="*/ 149 w 149"/>
                <a:gd name="T3" fmla="*/ 0 h 126"/>
                <a:gd name="T4" fmla="*/ 0 w 149"/>
                <a:gd name="T5" fmla="*/ 0 h 126"/>
                <a:gd name="T6" fmla="*/ 0 w 149"/>
                <a:gd name="T7" fmla="*/ 126 h 126"/>
              </a:gdLst>
              <a:ahLst/>
              <a:cxnLst>
                <a:cxn ang="0">
                  <a:pos x="T0" y="T1"/>
                </a:cxn>
                <a:cxn ang="0">
                  <a:pos x="T2" y="T3"/>
                </a:cxn>
                <a:cxn ang="0">
                  <a:pos x="T4" y="T5"/>
                </a:cxn>
                <a:cxn ang="0">
                  <a:pos x="T6" y="T7"/>
                </a:cxn>
              </a:cxnLst>
              <a:rect l="0" t="0" r="r" b="b"/>
              <a:pathLst>
                <a:path w="149" h="126">
                  <a:moveTo>
                    <a:pt x="0" y="126"/>
                  </a:moveTo>
                  <a:lnTo>
                    <a:pt x="149" y="0"/>
                  </a:lnTo>
                  <a:lnTo>
                    <a:pt x="0" y="0"/>
                  </a:lnTo>
                  <a:lnTo>
                    <a:pt x="0" y="126"/>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89" name="Rectangle 27"/>
            <p:cNvSpPr>
              <a:spLocks noChangeArrowheads="1"/>
            </p:cNvSpPr>
            <p:nvPr/>
          </p:nvSpPr>
          <p:spPr bwMode="auto">
            <a:xfrm>
              <a:off x="7075" y="4130"/>
              <a:ext cx="104" cy="20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0" name="Rectangle 28"/>
            <p:cNvSpPr>
              <a:spLocks noChangeArrowheads="1"/>
            </p:cNvSpPr>
            <p:nvPr/>
          </p:nvSpPr>
          <p:spPr bwMode="auto">
            <a:xfrm>
              <a:off x="6898" y="3430"/>
              <a:ext cx="639" cy="102"/>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1" name="Rectangle 29"/>
            <p:cNvSpPr>
              <a:spLocks noChangeArrowheads="1"/>
            </p:cNvSpPr>
            <p:nvPr/>
          </p:nvSpPr>
          <p:spPr bwMode="auto">
            <a:xfrm>
              <a:off x="6898" y="3608"/>
              <a:ext cx="639" cy="102"/>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2" name="Rectangle 30"/>
            <p:cNvSpPr>
              <a:spLocks noChangeArrowheads="1"/>
            </p:cNvSpPr>
            <p:nvPr/>
          </p:nvSpPr>
          <p:spPr bwMode="auto">
            <a:xfrm>
              <a:off x="6898" y="3786"/>
              <a:ext cx="639" cy="102"/>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3" name="Rectangle 31"/>
            <p:cNvSpPr>
              <a:spLocks noChangeArrowheads="1"/>
            </p:cNvSpPr>
            <p:nvPr/>
          </p:nvSpPr>
          <p:spPr bwMode="auto">
            <a:xfrm>
              <a:off x="6898" y="3964"/>
              <a:ext cx="639" cy="102"/>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4" name="Rectangle 32"/>
            <p:cNvSpPr>
              <a:spLocks noChangeArrowheads="1"/>
            </p:cNvSpPr>
            <p:nvPr/>
          </p:nvSpPr>
          <p:spPr bwMode="auto">
            <a:xfrm>
              <a:off x="6898" y="3074"/>
              <a:ext cx="639" cy="102"/>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5" name="Rectangle 33"/>
            <p:cNvSpPr>
              <a:spLocks noChangeArrowheads="1"/>
            </p:cNvSpPr>
            <p:nvPr/>
          </p:nvSpPr>
          <p:spPr bwMode="auto">
            <a:xfrm>
              <a:off x="6898" y="3252"/>
              <a:ext cx="639" cy="102"/>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6" name="Rectangle 34"/>
            <p:cNvSpPr>
              <a:spLocks noChangeArrowheads="1"/>
            </p:cNvSpPr>
            <p:nvPr/>
          </p:nvSpPr>
          <p:spPr bwMode="auto">
            <a:xfrm>
              <a:off x="5795" y="3154"/>
              <a:ext cx="362" cy="554"/>
            </a:xfrm>
            <a:prstGeom prst="rect">
              <a:avLst/>
            </a:prstGeom>
            <a:solidFill>
              <a:srgbClr val="9B4F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7" name="Freeform 35"/>
            <p:cNvSpPr>
              <a:spLocks/>
            </p:cNvSpPr>
            <p:nvPr/>
          </p:nvSpPr>
          <p:spPr bwMode="auto">
            <a:xfrm>
              <a:off x="5833" y="3214"/>
              <a:ext cx="286" cy="50"/>
            </a:xfrm>
            <a:custGeom>
              <a:avLst/>
              <a:gdLst>
                <a:gd name="T0" fmla="*/ 10 w 121"/>
                <a:gd name="T1" fmla="*/ 0 h 21"/>
                <a:gd name="T2" fmla="*/ 0 w 121"/>
                <a:gd name="T3" fmla="*/ 9 h 21"/>
                <a:gd name="T4" fmla="*/ 0 w 121"/>
                <a:gd name="T5" fmla="*/ 11 h 21"/>
                <a:gd name="T6" fmla="*/ 10 w 121"/>
                <a:gd name="T7" fmla="*/ 21 h 21"/>
                <a:gd name="T8" fmla="*/ 111 w 121"/>
                <a:gd name="T9" fmla="*/ 21 h 21"/>
                <a:gd name="T10" fmla="*/ 121 w 121"/>
                <a:gd name="T11" fmla="*/ 11 h 21"/>
                <a:gd name="T12" fmla="*/ 121 w 121"/>
                <a:gd name="T13" fmla="*/ 9 h 21"/>
                <a:gd name="T14" fmla="*/ 111 w 121"/>
                <a:gd name="T15" fmla="*/ 0 h 21"/>
                <a:gd name="T16" fmla="*/ 64 w 121"/>
                <a:gd name="T17" fmla="*/ 0 h 21"/>
                <a:gd name="T18" fmla="*/ 10 w 121"/>
                <a:gd name="T1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21">
                  <a:moveTo>
                    <a:pt x="10" y="0"/>
                  </a:moveTo>
                  <a:cubicBezTo>
                    <a:pt x="10" y="0"/>
                    <a:pt x="0" y="0"/>
                    <a:pt x="0" y="9"/>
                  </a:cubicBezTo>
                  <a:cubicBezTo>
                    <a:pt x="0" y="11"/>
                    <a:pt x="0" y="11"/>
                    <a:pt x="0" y="11"/>
                  </a:cubicBezTo>
                  <a:cubicBezTo>
                    <a:pt x="0" y="11"/>
                    <a:pt x="0" y="21"/>
                    <a:pt x="10" y="21"/>
                  </a:cubicBezTo>
                  <a:cubicBezTo>
                    <a:pt x="111" y="21"/>
                    <a:pt x="111" y="21"/>
                    <a:pt x="111" y="21"/>
                  </a:cubicBezTo>
                  <a:cubicBezTo>
                    <a:pt x="111" y="21"/>
                    <a:pt x="121" y="21"/>
                    <a:pt x="121" y="11"/>
                  </a:cubicBezTo>
                  <a:cubicBezTo>
                    <a:pt x="121" y="9"/>
                    <a:pt x="121" y="9"/>
                    <a:pt x="121" y="9"/>
                  </a:cubicBezTo>
                  <a:cubicBezTo>
                    <a:pt x="121" y="9"/>
                    <a:pt x="121" y="0"/>
                    <a:pt x="111" y="0"/>
                  </a:cubicBezTo>
                  <a:cubicBezTo>
                    <a:pt x="64" y="0"/>
                    <a:pt x="64" y="0"/>
                    <a:pt x="64" y="0"/>
                  </a:cubicBezTo>
                  <a:lnTo>
                    <a:pt x="10"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8" name="Freeform 36"/>
            <p:cNvSpPr>
              <a:spLocks/>
            </p:cNvSpPr>
            <p:nvPr/>
          </p:nvSpPr>
          <p:spPr bwMode="auto">
            <a:xfrm>
              <a:off x="5833" y="3302"/>
              <a:ext cx="286" cy="49"/>
            </a:xfrm>
            <a:custGeom>
              <a:avLst/>
              <a:gdLst>
                <a:gd name="T0" fmla="*/ 10 w 121"/>
                <a:gd name="T1" fmla="*/ 0 h 21"/>
                <a:gd name="T2" fmla="*/ 0 w 121"/>
                <a:gd name="T3" fmla="*/ 10 h 21"/>
                <a:gd name="T4" fmla="*/ 0 w 121"/>
                <a:gd name="T5" fmla="*/ 12 h 21"/>
                <a:gd name="T6" fmla="*/ 10 w 121"/>
                <a:gd name="T7" fmla="*/ 21 h 21"/>
                <a:gd name="T8" fmla="*/ 111 w 121"/>
                <a:gd name="T9" fmla="*/ 21 h 21"/>
                <a:gd name="T10" fmla="*/ 121 w 121"/>
                <a:gd name="T11" fmla="*/ 12 h 21"/>
                <a:gd name="T12" fmla="*/ 121 w 121"/>
                <a:gd name="T13" fmla="*/ 10 h 21"/>
                <a:gd name="T14" fmla="*/ 111 w 121"/>
                <a:gd name="T15" fmla="*/ 0 h 21"/>
                <a:gd name="T16" fmla="*/ 64 w 121"/>
                <a:gd name="T17" fmla="*/ 0 h 21"/>
                <a:gd name="T18" fmla="*/ 10 w 121"/>
                <a:gd name="T1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21">
                  <a:moveTo>
                    <a:pt x="10" y="0"/>
                  </a:moveTo>
                  <a:cubicBezTo>
                    <a:pt x="10" y="0"/>
                    <a:pt x="0" y="0"/>
                    <a:pt x="0" y="10"/>
                  </a:cubicBezTo>
                  <a:cubicBezTo>
                    <a:pt x="0" y="12"/>
                    <a:pt x="0" y="12"/>
                    <a:pt x="0" y="12"/>
                  </a:cubicBezTo>
                  <a:cubicBezTo>
                    <a:pt x="0" y="12"/>
                    <a:pt x="0" y="21"/>
                    <a:pt x="10" y="21"/>
                  </a:cubicBezTo>
                  <a:cubicBezTo>
                    <a:pt x="111" y="21"/>
                    <a:pt x="111" y="21"/>
                    <a:pt x="111" y="21"/>
                  </a:cubicBezTo>
                  <a:cubicBezTo>
                    <a:pt x="111" y="21"/>
                    <a:pt x="121" y="21"/>
                    <a:pt x="121" y="12"/>
                  </a:cubicBezTo>
                  <a:cubicBezTo>
                    <a:pt x="121" y="10"/>
                    <a:pt x="121" y="10"/>
                    <a:pt x="121" y="10"/>
                  </a:cubicBezTo>
                  <a:cubicBezTo>
                    <a:pt x="121" y="10"/>
                    <a:pt x="121" y="0"/>
                    <a:pt x="111" y="0"/>
                  </a:cubicBezTo>
                  <a:cubicBezTo>
                    <a:pt x="64" y="0"/>
                    <a:pt x="64" y="0"/>
                    <a:pt x="64" y="0"/>
                  </a:cubicBezTo>
                  <a:lnTo>
                    <a:pt x="10"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99" name="Freeform 37"/>
            <p:cNvSpPr>
              <a:spLocks/>
            </p:cNvSpPr>
            <p:nvPr/>
          </p:nvSpPr>
          <p:spPr bwMode="auto">
            <a:xfrm>
              <a:off x="5833" y="3392"/>
              <a:ext cx="286" cy="50"/>
            </a:xfrm>
            <a:custGeom>
              <a:avLst/>
              <a:gdLst>
                <a:gd name="T0" fmla="*/ 10 w 121"/>
                <a:gd name="T1" fmla="*/ 0 h 21"/>
                <a:gd name="T2" fmla="*/ 0 w 121"/>
                <a:gd name="T3" fmla="*/ 9 h 21"/>
                <a:gd name="T4" fmla="*/ 0 w 121"/>
                <a:gd name="T5" fmla="*/ 11 h 21"/>
                <a:gd name="T6" fmla="*/ 10 w 121"/>
                <a:gd name="T7" fmla="*/ 21 h 21"/>
                <a:gd name="T8" fmla="*/ 111 w 121"/>
                <a:gd name="T9" fmla="*/ 21 h 21"/>
                <a:gd name="T10" fmla="*/ 121 w 121"/>
                <a:gd name="T11" fmla="*/ 11 h 21"/>
                <a:gd name="T12" fmla="*/ 121 w 121"/>
                <a:gd name="T13" fmla="*/ 9 h 21"/>
                <a:gd name="T14" fmla="*/ 111 w 121"/>
                <a:gd name="T15" fmla="*/ 0 h 21"/>
                <a:gd name="T16" fmla="*/ 64 w 121"/>
                <a:gd name="T17" fmla="*/ 0 h 21"/>
                <a:gd name="T18" fmla="*/ 10 w 121"/>
                <a:gd name="T1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21">
                  <a:moveTo>
                    <a:pt x="10" y="0"/>
                  </a:moveTo>
                  <a:cubicBezTo>
                    <a:pt x="10" y="0"/>
                    <a:pt x="0" y="0"/>
                    <a:pt x="0" y="9"/>
                  </a:cubicBezTo>
                  <a:cubicBezTo>
                    <a:pt x="0" y="11"/>
                    <a:pt x="0" y="11"/>
                    <a:pt x="0" y="11"/>
                  </a:cubicBezTo>
                  <a:cubicBezTo>
                    <a:pt x="0" y="11"/>
                    <a:pt x="0" y="21"/>
                    <a:pt x="10" y="21"/>
                  </a:cubicBezTo>
                  <a:cubicBezTo>
                    <a:pt x="111" y="21"/>
                    <a:pt x="111" y="21"/>
                    <a:pt x="111" y="21"/>
                  </a:cubicBezTo>
                  <a:cubicBezTo>
                    <a:pt x="111" y="21"/>
                    <a:pt x="121" y="21"/>
                    <a:pt x="121" y="11"/>
                  </a:cubicBezTo>
                  <a:cubicBezTo>
                    <a:pt x="121" y="9"/>
                    <a:pt x="121" y="9"/>
                    <a:pt x="121" y="9"/>
                  </a:cubicBezTo>
                  <a:cubicBezTo>
                    <a:pt x="121" y="9"/>
                    <a:pt x="121" y="0"/>
                    <a:pt x="111" y="0"/>
                  </a:cubicBezTo>
                  <a:cubicBezTo>
                    <a:pt x="64" y="0"/>
                    <a:pt x="64" y="0"/>
                    <a:pt x="64" y="0"/>
                  </a:cubicBezTo>
                  <a:lnTo>
                    <a:pt x="10"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0" name="Freeform 38"/>
            <p:cNvSpPr>
              <a:spLocks/>
            </p:cNvSpPr>
            <p:nvPr/>
          </p:nvSpPr>
          <p:spPr bwMode="auto">
            <a:xfrm>
              <a:off x="5833" y="3480"/>
              <a:ext cx="286" cy="52"/>
            </a:xfrm>
            <a:custGeom>
              <a:avLst/>
              <a:gdLst>
                <a:gd name="T0" fmla="*/ 10 w 121"/>
                <a:gd name="T1" fmla="*/ 0 h 22"/>
                <a:gd name="T2" fmla="*/ 0 w 121"/>
                <a:gd name="T3" fmla="*/ 10 h 22"/>
                <a:gd name="T4" fmla="*/ 0 w 121"/>
                <a:gd name="T5" fmla="*/ 12 h 22"/>
                <a:gd name="T6" fmla="*/ 10 w 121"/>
                <a:gd name="T7" fmla="*/ 22 h 22"/>
                <a:gd name="T8" fmla="*/ 111 w 121"/>
                <a:gd name="T9" fmla="*/ 22 h 22"/>
                <a:gd name="T10" fmla="*/ 121 w 121"/>
                <a:gd name="T11" fmla="*/ 12 h 22"/>
                <a:gd name="T12" fmla="*/ 121 w 121"/>
                <a:gd name="T13" fmla="*/ 10 h 22"/>
                <a:gd name="T14" fmla="*/ 111 w 121"/>
                <a:gd name="T15" fmla="*/ 0 h 22"/>
                <a:gd name="T16" fmla="*/ 64 w 121"/>
                <a:gd name="T17" fmla="*/ 0 h 22"/>
                <a:gd name="T18" fmla="*/ 10 w 121"/>
                <a:gd name="T19"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22">
                  <a:moveTo>
                    <a:pt x="10" y="0"/>
                  </a:moveTo>
                  <a:cubicBezTo>
                    <a:pt x="10" y="0"/>
                    <a:pt x="0" y="0"/>
                    <a:pt x="0" y="10"/>
                  </a:cubicBezTo>
                  <a:cubicBezTo>
                    <a:pt x="0" y="12"/>
                    <a:pt x="0" y="12"/>
                    <a:pt x="0" y="12"/>
                  </a:cubicBezTo>
                  <a:cubicBezTo>
                    <a:pt x="0" y="12"/>
                    <a:pt x="0" y="22"/>
                    <a:pt x="10" y="22"/>
                  </a:cubicBezTo>
                  <a:cubicBezTo>
                    <a:pt x="111" y="22"/>
                    <a:pt x="111" y="22"/>
                    <a:pt x="111" y="22"/>
                  </a:cubicBezTo>
                  <a:cubicBezTo>
                    <a:pt x="111" y="22"/>
                    <a:pt x="121" y="22"/>
                    <a:pt x="121" y="12"/>
                  </a:cubicBezTo>
                  <a:cubicBezTo>
                    <a:pt x="121" y="10"/>
                    <a:pt x="121" y="10"/>
                    <a:pt x="121" y="10"/>
                  </a:cubicBezTo>
                  <a:cubicBezTo>
                    <a:pt x="121" y="10"/>
                    <a:pt x="121" y="0"/>
                    <a:pt x="111" y="0"/>
                  </a:cubicBezTo>
                  <a:cubicBezTo>
                    <a:pt x="64" y="0"/>
                    <a:pt x="64" y="0"/>
                    <a:pt x="64" y="0"/>
                  </a:cubicBezTo>
                  <a:lnTo>
                    <a:pt x="10"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1" name="Freeform 39"/>
            <p:cNvSpPr>
              <a:spLocks/>
            </p:cNvSpPr>
            <p:nvPr/>
          </p:nvSpPr>
          <p:spPr bwMode="auto">
            <a:xfrm>
              <a:off x="5833" y="3570"/>
              <a:ext cx="286" cy="50"/>
            </a:xfrm>
            <a:custGeom>
              <a:avLst/>
              <a:gdLst>
                <a:gd name="T0" fmla="*/ 10 w 121"/>
                <a:gd name="T1" fmla="*/ 0 h 21"/>
                <a:gd name="T2" fmla="*/ 0 w 121"/>
                <a:gd name="T3" fmla="*/ 10 h 21"/>
                <a:gd name="T4" fmla="*/ 0 w 121"/>
                <a:gd name="T5" fmla="*/ 12 h 21"/>
                <a:gd name="T6" fmla="*/ 10 w 121"/>
                <a:gd name="T7" fmla="*/ 21 h 21"/>
                <a:gd name="T8" fmla="*/ 111 w 121"/>
                <a:gd name="T9" fmla="*/ 21 h 21"/>
                <a:gd name="T10" fmla="*/ 121 w 121"/>
                <a:gd name="T11" fmla="*/ 12 h 21"/>
                <a:gd name="T12" fmla="*/ 121 w 121"/>
                <a:gd name="T13" fmla="*/ 10 h 21"/>
                <a:gd name="T14" fmla="*/ 111 w 121"/>
                <a:gd name="T15" fmla="*/ 0 h 21"/>
                <a:gd name="T16" fmla="*/ 64 w 121"/>
                <a:gd name="T17" fmla="*/ 0 h 21"/>
                <a:gd name="T18" fmla="*/ 10 w 121"/>
                <a:gd name="T1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21">
                  <a:moveTo>
                    <a:pt x="10" y="0"/>
                  </a:moveTo>
                  <a:cubicBezTo>
                    <a:pt x="10" y="0"/>
                    <a:pt x="0" y="0"/>
                    <a:pt x="0" y="10"/>
                  </a:cubicBezTo>
                  <a:cubicBezTo>
                    <a:pt x="0" y="12"/>
                    <a:pt x="0" y="12"/>
                    <a:pt x="0" y="12"/>
                  </a:cubicBezTo>
                  <a:cubicBezTo>
                    <a:pt x="0" y="12"/>
                    <a:pt x="0" y="21"/>
                    <a:pt x="10" y="21"/>
                  </a:cubicBezTo>
                  <a:cubicBezTo>
                    <a:pt x="111" y="21"/>
                    <a:pt x="111" y="21"/>
                    <a:pt x="111" y="21"/>
                  </a:cubicBezTo>
                  <a:cubicBezTo>
                    <a:pt x="111" y="21"/>
                    <a:pt x="121" y="21"/>
                    <a:pt x="121" y="12"/>
                  </a:cubicBezTo>
                  <a:cubicBezTo>
                    <a:pt x="121" y="10"/>
                    <a:pt x="121" y="10"/>
                    <a:pt x="121" y="10"/>
                  </a:cubicBezTo>
                  <a:cubicBezTo>
                    <a:pt x="121" y="10"/>
                    <a:pt x="121" y="0"/>
                    <a:pt x="111" y="0"/>
                  </a:cubicBezTo>
                  <a:cubicBezTo>
                    <a:pt x="64" y="0"/>
                    <a:pt x="64" y="0"/>
                    <a:pt x="64" y="0"/>
                  </a:cubicBezTo>
                  <a:lnTo>
                    <a:pt x="10" y="0"/>
                  </a:ln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2" name="Oval 40"/>
            <p:cNvSpPr>
              <a:spLocks noChangeArrowheads="1"/>
            </p:cNvSpPr>
            <p:nvPr/>
          </p:nvSpPr>
          <p:spPr bwMode="auto">
            <a:xfrm>
              <a:off x="6065" y="3223"/>
              <a:ext cx="28"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3" name="Oval 41"/>
            <p:cNvSpPr>
              <a:spLocks noChangeArrowheads="1"/>
            </p:cNvSpPr>
            <p:nvPr/>
          </p:nvSpPr>
          <p:spPr bwMode="auto">
            <a:xfrm>
              <a:off x="6065" y="3313"/>
              <a:ext cx="28" cy="2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4" name="Oval 42"/>
            <p:cNvSpPr>
              <a:spLocks noChangeArrowheads="1"/>
            </p:cNvSpPr>
            <p:nvPr/>
          </p:nvSpPr>
          <p:spPr bwMode="auto">
            <a:xfrm>
              <a:off x="6065" y="3401"/>
              <a:ext cx="28"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5" name="Oval 43"/>
            <p:cNvSpPr>
              <a:spLocks noChangeArrowheads="1"/>
            </p:cNvSpPr>
            <p:nvPr/>
          </p:nvSpPr>
          <p:spPr bwMode="auto">
            <a:xfrm>
              <a:off x="6065" y="3492"/>
              <a:ext cx="28" cy="2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6" name="Oval 44"/>
            <p:cNvSpPr>
              <a:spLocks noChangeArrowheads="1"/>
            </p:cNvSpPr>
            <p:nvPr/>
          </p:nvSpPr>
          <p:spPr bwMode="auto">
            <a:xfrm>
              <a:off x="6065" y="3582"/>
              <a:ext cx="28" cy="2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7" name="Freeform 45"/>
            <p:cNvSpPr>
              <a:spLocks/>
            </p:cNvSpPr>
            <p:nvPr/>
          </p:nvSpPr>
          <p:spPr bwMode="auto">
            <a:xfrm>
              <a:off x="5632" y="3325"/>
              <a:ext cx="315" cy="542"/>
            </a:xfrm>
            <a:custGeom>
              <a:avLst/>
              <a:gdLst>
                <a:gd name="T0" fmla="*/ 133 w 133"/>
                <a:gd name="T1" fmla="*/ 219 h 228"/>
                <a:gd name="T2" fmla="*/ 124 w 133"/>
                <a:gd name="T3" fmla="*/ 228 h 228"/>
                <a:gd name="T4" fmla="*/ 8 w 133"/>
                <a:gd name="T5" fmla="*/ 228 h 228"/>
                <a:gd name="T6" fmla="*/ 0 w 133"/>
                <a:gd name="T7" fmla="*/ 219 h 228"/>
                <a:gd name="T8" fmla="*/ 0 w 133"/>
                <a:gd name="T9" fmla="*/ 9 h 228"/>
                <a:gd name="T10" fmla="*/ 8 w 133"/>
                <a:gd name="T11" fmla="*/ 0 h 228"/>
                <a:gd name="T12" fmla="*/ 124 w 133"/>
                <a:gd name="T13" fmla="*/ 0 h 228"/>
                <a:gd name="T14" fmla="*/ 133 w 133"/>
                <a:gd name="T15" fmla="*/ 9 h 228"/>
                <a:gd name="T16" fmla="*/ 133 w 133"/>
                <a:gd name="T17" fmla="*/ 219 h 228"/>
                <a:gd name="T18" fmla="*/ 133 w 133"/>
                <a:gd name="T19" fmla="*/ 21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228">
                  <a:moveTo>
                    <a:pt x="133" y="219"/>
                  </a:moveTo>
                  <a:cubicBezTo>
                    <a:pt x="133" y="224"/>
                    <a:pt x="129" y="228"/>
                    <a:pt x="124" y="228"/>
                  </a:cubicBezTo>
                  <a:cubicBezTo>
                    <a:pt x="8" y="228"/>
                    <a:pt x="8" y="228"/>
                    <a:pt x="8" y="228"/>
                  </a:cubicBezTo>
                  <a:cubicBezTo>
                    <a:pt x="4" y="228"/>
                    <a:pt x="0" y="224"/>
                    <a:pt x="0" y="219"/>
                  </a:cubicBezTo>
                  <a:cubicBezTo>
                    <a:pt x="0" y="9"/>
                    <a:pt x="0" y="9"/>
                    <a:pt x="0" y="9"/>
                  </a:cubicBezTo>
                  <a:cubicBezTo>
                    <a:pt x="0" y="4"/>
                    <a:pt x="4" y="0"/>
                    <a:pt x="8" y="0"/>
                  </a:cubicBezTo>
                  <a:cubicBezTo>
                    <a:pt x="124" y="0"/>
                    <a:pt x="124" y="0"/>
                    <a:pt x="124" y="0"/>
                  </a:cubicBezTo>
                  <a:cubicBezTo>
                    <a:pt x="129" y="0"/>
                    <a:pt x="133" y="4"/>
                    <a:pt x="133" y="9"/>
                  </a:cubicBezTo>
                  <a:cubicBezTo>
                    <a:pt x="133" y="219"/>
                    <a:pt x="133" y="219"/>
                    <a:pt x="133" y="219"/>
                  </a:cubicBezTo>
                  <a:cubicBezTo>
                    <a:pt x="133" y="219"/>
                    <a:pt x="133" y="219"/>
                    <a:pt x="133" y="219"/>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8" name="Freeform 46"/>
            <p:cNvSpPr>
              <a:spLocks/>
            </p:cNvSpPr>
            <p:nvPr/>
          </p:nvSpPr>
          <p:spPr bwMode="auto">
            <a:xfrm>
              <a:off x="5660" y="3356"/>
              <a:ext cx="256" cy="425"/>
            </a:xfrm>
            <a:custGeom>
              <a:avLst/>
              <a:gdLst>
                <a:gd name="T0" fmla="*/ 0 w 256"/>
                <a:gd name="T1" fmla="*/ 0 h 425"/>
                <a:gd name="T2" fmla="*/ 256 w 256"/>
                <a:gd name="T3" fmla="*/ 0 h 425"/>
                <a:gd name="T4" fmla="*/ 256 w 256"/>
                <a:gd name="T5" fmla="*/ 425 h 425"/>
                <a:gd name="T6" fmla="*/ 0 w 256"/>
                <a:gd name="T7" fmla="*/ 425 h 425"/>
                <a:gd name="T8" fmla="*/ 0 w 256"/>
                <a:gd name="T9" fmla="*/ 0 h 425"/>
                <a:gd name="T10" fmla="*/ 0 w 256"/>
                <a:gd name="T11" fmla="*/ 0 h 425"/>
              </a:gdLst>
              <a:ahLst/>
              <a:cxnLst>
                <a:cxn ang="0">
                  <a:pos x="T0" y="T1"/>
                </a:cxn>
                <a:cxn ang="0">
                  <a:pos x="T2" y="T3"/>
                </a:cxn>
                <a:cxn ang="0">
                  <a:pos x="T4" y="T5"/>
                </a:cxn>
                <a:cxn ang="0">
                  <a:pos x="T6" y="T7"/>
                </a:cxn>
                <a:cxn ang="0">
                  <a:pos x="T8" y="T9"/>
                </a:cxn>
                <a:cxn ang="0">
                  <a:pos x="T10" y="T11"/>
                </a:cxn>
              </a:cxnLst>
              <a:rect l="0" t="0" r="r" b="b"/>
              <a:pathLst>
                <a:path w="256" h="425">
                  <a:moveTo>
                    <a:pt x="0" y="0"/>
                  </a:moveTo>
                  <a:lnTo>
                    <a:pt x="256" y="0"/>
                  </a:lnTo>
                  <a:lnTo>
                    <a:pt x="256" y="425"/>
                  </a:lnTo>
                  <a:lnTo>
                    <a:pt x="0" y="425"/>
                  </a:lnTo>
                  <a:lnTo>
                    <a:pt x="0" y="0"/>
                  </a:lnTo>
                  <a:lnTo>
                    <a:pt x="0"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09" name="Freeform 47"/>
            <p:cNvSpPr>
              <a:spLocks/>
            </p:cNvSpPr>
            <p:nvPr/>
          </p:nvSpPr>
          <p:spPr bwMode="auto">
            <a:xfrm>
              <a:off x="5102" y="3489"/>
              <a:ext cx="705" cy="461"/>
            </a:xfrm>
            <a:custGeom>
              <a:avLst/>
              <a:gdLst>
                <a:gd name="T0" fmla="*/ 48 w 298"/>
                <a:gd name="T1" fmla="*/ 85 h 194"/>
                <a:gd name="T2" fmla="*/ 48 w 298"/>
                <a:gd name="T3" fmla="*/ 81 h 194"/>
                <a:gd name="T4" fmla="*/ 130 w 298"/>
                <a:gd name="T5" fmla="*/ 0 h 194"/>
                <a:gd name="T6" fmla="*/ 198 w 298"/>
                <a:gd name="T7" fmla="*/ 36 h 194"/>
                <a:gd name="T8" fmla="*/ 220 w 298"/>
                <a:gd name="T9" fmla="*/ 30 h 194"/>
                <a:gd name="T10" fmla="*/ 247 w 298"/>
                <a:gd name="T11" fmla="*/ 38 h 194"/>
                <a:gd name="T12" fmla="*/ 268 w 298"/>
                <a:gd name="T13" fmla="*/ 76 h 194"/>
                <a:gd name="T14" fmla="*/ 298 w 298"/>
                <a:gd name="T15" fmla="*/ 130 h 194"/>
                <a:gd name="T16" fmla="*/ 240 w 298"/>
                <a:gd name="T17" fmla="*/ 194 h 194"/>
                <a:gd name="T18" fmla="*/ 233 w 298"/>
                <a:gd name="T19" fmla="*/ 194 h 194"/>
                <a:gd name="T20" fmla="*/ 226 w 298"/>
                <a:gd name="T21" fmla="*/ 194 h 194"/>
                <a:gd name="T22" fmla="*/ 92 w 298"/>
                <a:gd name="T23" fmla="*/ 194 h 194"/>
                <a:gd name="T24" fmla="*/ 90 w 298"/>
                <a:gd name="T25" fmla="*/ 194 h 194"/>
                <a:gd name="T26" fmla="*/ 86 w 298"/>
                <a:gd name="T27" fmla="*/ 194 h 194"/>
                <a:gd name="T28" fmla="*/ 77 w 298"/>
                <a:gd name="T29" fmla="*/ 194 h 194"/>
                <a:gd name="T30" fmla="*/ 55 w 298"/>
                <a:gd name="T31" fmla="*/ 194 h 194"/>
                <a:gd name="T32" fmla="*/ 0 w 298"/>
                <a:gd name="T33" fmla="*/ 139 h 194"/>
                <a:gd name="T34" fmla="*/ 48 w 298"/>
                <a:gd name="T35" fmla="*/ 85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8" h="194">
                  <a:moveTo>
                    <a:pt x="48" y="85"/>
                  </a:moveTo>
                  <a:cubicBezTo>
                    <a:pt x="48" y="84"/>
                    <a:pt x="48" y="82"/>
                    <a:pt x="48" y="81"/>
                  </a:cubicBezTo>
                  <a:cubicBezTo>
                    <a:pt x="48" y="36"/>
                    <a:pt x="84" y="0"/>
                    <a:pt x="130" y="0"/>
                  </a:cubicBezTo>
                  <a:cubicBezTo>
                    <a:pt x="158" y="0"/>
                    <a:pt x="183" y="14"/>
                    <a:pt x="198" y="36"/>
                  </a:cubicBezTo>
                  <a:cubicBezTo>
                    <a:pt x="205" y="32"/>
                    <a:pt x="212" y="30"/>
                    <a:pt x="220" y="30"/>
                  </a:cubicBezTo>
                  <a:cubicBezTo>
                    <a:pt x="230" y="30"/>
                    <a:pt x="239" y="33"/>
                    <a:pt x="247" y="38"/>
                  </a:cubicBezTo>
                  <a:cubicBezTo>
                    <a:pt x="259" y="46"/>
                    <a:pt x="268" y="60"/>
                    <a:pt x="268" y="76"/>
                  </a:cubicBezTo>
                  <a:cubicBezTo>
                    <a:pt x="286" y="88"/>
                    <a:pt x="298" y="108"/>
                    <a:pt x="298" y="130"/>
                  </a:cubicBezTo>
                  <a:cubicBezTo>
                    <a:pt x="298" y="163"/>
                    <a:pt x="272" y="191"/>
                    <a:pt x="240" y="194"/>
                  </a:cubicBezTo>
                  <a:cubicBezTo>
                    <a:pt x="238" y="194"/>
                    <a:pt x="235" y="194"/>
                    <a:pt x="233" y="194"/>
                  </a:cubicBezTo>
                  <a:cubicBezTo>
                    <a:pt x="231" y="194"/>
                    <a:pt x="229" y="194"/>
                    <a:pt x="226" y="194"/>
                  </a:cubicBezTo>
                  <a:cubicBezTo>
                    <a:pt x="196" y="194"/>
                    <a:pt x="126" y="194"/>
                    <a:pt x="92" y="194"/>
                  </a:cubicBezTo>
                  <a:cubicBezTo>
                    <a:pt x="91" y="194"/>
                    <a:pt x="91" y="194"/>
                    <a:pt x="90" y="194"/>
                  </a:cubicBezTo>
                  <a:cubicBezTo>
                    <a:pt x="86" y="194"/>
                    <a:pt x="86" y="194"/>
                    <a:pt x="86" y="194"/>
                  </a:cubicBezTo>
                  <a:cubicBezTo>
                    <a:pt x="85" y="194"/>
                    <a:pt x="80" y="194"/>
                    <a:pt x="77" y="194"/>
                  </a:cubicBezTo>
                  <a:cubicBezTo>
                    <a:pt x="55" y="194"/>
                    <a:pt x="55" y="194"/>
                    <a:pt x="55" y="194"/>
                  </a:cubicBezTo>
                  <a:cubicBezTo>
                    <a:pt x="25" y="194"/>
                    <a:pt x="0" y="169"/>
                    <a:pt x="0" y="139"/>
                  </a:cubicBezTo>
                  <a:cubicBezTo>
                    <a:pt x="0" y="112"/>
                    <a:pt x="21" y="89"/>
                    <a:pt x="48" y="85"/>
                  </a:cubicBez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0" name="Freeform 48"/>
            <p:cNvSpPr>
              <a:spLocks/>
            </p:cNvSpPr>
            <p:nvPr/>
          </p:nvSpPr>
          <p:spPr bwMode="auto">
            <a:xfrm>
              <a:off x="5173" y="3406"/>
              <a:ext cx="293" cy="192"/>
            </a:xfrm>
            <a:custGeom>
              <a:avLst/>
              <a:gdLst>
                <a:gd name="T0" fmla="*/ 20 w 124"/>
                <a:gd name="T1" fmla="*/ 35 h 81"/>
                <a:gd name="T2" fmla="*/ 20 w 124"/>
                <a:gd name="T3" fmla="*/ 34 h 81"/>
                <a:gd name="T4" fmla="*/ 54 w 124"/>
                <a:gd name="T5" fmla="*/ 0 h 81"/>
                <a:gd name="T6" fmla="*/ 82 w 124"/>
                <a:gd name="T7" fmla="*/ 15 h 81"/>
                <a:gd name="T8" fmla="*/ 92 w 124"/>
                <a:gd name="T9" fmla="*/ 12 h 81"/>
                <a:gd name="T10" fmla="*/ 103 w 124"/>
                <a:gd name="T11" fmla="*/ 16 h 81"/>
                <a:gd name="T12" fmla="*/ 112 w 124"/>
                <a:gd name="T13" fmla="*/ 32 h 81"/>
                <a:gd name="T14" fmla="*/ 124 w 124"/>
                <a:gd name="T15" fmla="*/ 54 h 81"/>
                <a:gd name="T16" fmla="*/ 100 w 124"/>
                <a:gd name="T17" fmla="*/ 81 h 81"/>
                <a:gd name="T18" fmla="*/ 97 w 124"/>
                <a:gd name="T19" fmla="*/ 81 h 81"/>
                <a:gd name="T20" fmla="*/ 94 w 124"/>
                <a:gd name="T21" fmla="*/ 81 h 81"/>
                <a:gd name="T22" fmla="*/ 38 w 124"/>
                <a:gd name="T23" fmla="*/ 81 h 81"/>
                <a:gd name="T24" fmla="*/ 37 w 124"/>
                <a:gd name="T25" fmla="*/ 81 h 81"/>
                <a:gd name="T26" fmla="*/ 36 w 124"/>
                <a:gd name="T27" fmla="*/ 81 h 81"/>
                <a:gd name="T28" fmla="*/ 32 w 124"/>
                <a:gd name="T29" fmla="*/ 81 h 81"/>
                <a:gd name="T30" fmla="*/ 23 w 124"/>
                <a:gd name="T31" fmla="*/ 81 h 81"/>
                <a:gd name="T32" fmla="*/ 0 w 124"/>
                <a:gd name="T33" fmla="*/ 58 h 81"/>
                <a:gd name="T34" fmla="*/ 20 w 124"/>
                <a:gd name="T35" fmla="*/ 3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4" h="81">
                  <a:moveTo>
                    <a:pt x="20" y="35"/>
                  </a:moveTo>
                  <a:cubicBezTo>
                    <a:pt x="20" y="35"/>
                    <a:pt x="20" y="34"/>
                    <a:pt x="20" y="34"/>
                  </a:cubicBezTo>
                  <a:cubicBezTo>
                    <a:pt x="20" y="15"/>
                    <a:pt x="35" y="0"/>
                    <a:pt x="54" y="0"/>
                  </a:cubicBezTo>
                  <a:cubicBezTo>
                    <a:pt x="66" y="0"/>
                    <a:pt x="76" y="6"/>
                    <a:pt x="82" y="15"/>
                  </a:cubicBezTo>
                  <a:cubicBezTo>
                    <a:pt x="85" y="13"/>
                    <a:pt x="88" y="12"/>
                    <a:pt x="92" y="12"/>
                  </a:cubicBezTo>
                  <a:cubicBezTo>
                    <a:pt x="96" y="12"/>
                    <a:pt x="100" y="14"/>
                    <a:pt x="103" y="16"/>
                  </a:cubicBezTo>
                  <a:cubicBezTo>
                    <a:pt x="108" y="19"/>
                    <a:pt x="111" y="25"/>
                    <a:pt x="112" y="32"/>
                  </a:cubicBezTo>
                  <a:cubicBezTo>
                    <a:pt x="119" y="36"/>
                    <a:pt x="124" y="45"/>
                    <a:pt x="124" y="54"/>
                  </a:cubicBezTo>
                  <a:cubicBezTo>
                    <a:pt x="124" y="68"/>
                    <a:pt x="113" y="79"/>
                    <a:pt x="100" y="81"/>
                  </a:cubicBezTo>
                  <a:cubicBezTo>
                    <a:pt x="99" y="81"/>
                    <a:pt x="98" y="81"/>
                    <a:pt x="97" y="81"/>
                  </a:cubicBezTo>
                  <a:cubicBezTo>
                    <a:pt x="96" y="81"/>
                    <a:pt x="95" y="81"/>
                    <a:pt x="94" y="81"/>
                  </a:cubicBezTo>
                  <a:cubicBezTo>
                    <a:pt x="82" y="81"/>
                    <a:pt x="52" y="81"/>
                    <a:pt x="38" y="81"/>
                  </a:cubicBezTo>
                  <a:cubicBezTo>
                    <a:pt x="38" y="81"/>
                    <a:pt x="38" y="81"/>
                    <a:pt x="37" y="81"/>
                  </a:cubicBezTo>
                  <a:cubicBezTo>
                    <a:pt x="36" y="81"/>
                    <a:pt x="36" y="81"/>
                    <a:pt x="36" y="81"/>
                  </a:cubicBezTo>
                  <a:cubicBezTo>
                    <a:pt x="35" y="81"/>
                    <a:pt x="33" y="81"/>
                    <a:pt x="32" y="81"/>
                  </a:cubicBezTo>
                  <a:cubicBezTo>
                    <a:pt x="23" y="81"/>
                    <a:pt x="23" y="81"/>
                    <a:pt x="23" y="81"/>
                  </a:cubicBezTo>
                  <a:cubicBezTo>
                    <a:pt x="10" y="81"/>
                    <a:pt x="0" y="70"/>
                    <a:pt x="0" y="58"/>
                  </a:cubicBezTo>
                  <a:cubicBezTo>
                    <a:pt x="0" y="46"/>
                    <a:pt x="8" y="37"/>
                    <a:pt x="20" y="35"/>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1" name="Freeform 49"/>
            <p:cNvSpPr>
              <a:spLocks/>
            </p:cNvSpPr>
            <p:nvPr/>
          </p:nvSpPr>
          <p:spPr bwMode="auto">
            <a:xfrm>
              <a:off x="5589" y="4061"/>
              <a:ext cx="235" cy="195"/>
            </a:xfrm>
            <a:custGeom>
              <a:avLst/>
              <a:gdLst>
                <a:gd name="T0" fmla="*/ 0 w 235"/>
                <a:gd name="T1" fmla="*/ 195 h 195"/>
                <a:gd name="T2" fmla="*/ 235 w 235"/>
                <a:gd name="T3" fmla="*/ 0 h 195"/>
                <a:gd name="T4" fmla="*/ 0 w 235"/>
                <a:gd name="T5" fmla="*/ 0 h 195"/>
                <a:gd name="T6" fmla="*/ 0 w 235"/>
                <a:gd name="T7" fmla="*/ 195 h 195"/>
              </a:gdLst>
              <a:ahLst/>
              <a:cxnLst>
                <a:cxn ang="0">
                  <a:pos x="T0" y="T1"/>
                </a:cxn>
                <a:cxn ang="0">
                  <a:pos x="T2" y="T3"/>
                </a:cxn>
                <a:cxn ang="0">
                  <a:pos x="T4" y="T5"/>
                </a:cxn>
                <a:cxn ang="0">
                  <a:pos x="T6" y="T7"/>
                </a:cxn>
              </a:cxnLst>
              <a:rect l="0" t="0" r="r" b="b"/>
              <a:pathLst>
                <a:path w="235" h="195">
                  <a:moveTo>
                    <a:pt x="0" y="195"/>
                  </a:moveTo>
                  <a:lnTo>
                    <a:pt x="235" y="0"/>
                  </a:lnTo>
                  <a:lnTo>
                    <a:pt x="0" y="0"/>
                  </a:lnTo>
                  <a:lnTo>
                    <a:pt x="0" y="195"/>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2" name="Freeform 50"/>
            <p:cNvSpPr>
              <a:spLocks/>
            </p:cNvSpPr>
            <p:nvPr/>
          </p:nvSpPr>
          <p:spPr bwMode="auto">
            <a:xfrm>
              <a:off x="4917" y="3793"/>
              <a:ext cx="656" cy="411"/>
            </a:xfrm>
            <a:custGeom>
              <a:avLst/>
              <a:gdLst>
                <a:gd name="T0" fmla="*/ 0 w 656"/>
                <a:gd name="T1" fmla="*/ 0 h 411"/>
                <a:gd name="T2" fmla="*/ 656 w 656"/>
                <a:gd name="T3" fmla="*/ 0 h 411"/>
                <a:gd name="T4" fmla="*/ 656 w 656"/>
                <a:gd name="T5" fmla="*/ 411 h 411"/>
                <a:gd name="T6" fmla="*/ 0 w 656"/>
                <a:gd name="T7" fmla="*/ 411 h 411"/>
                <a:gd name="T8" fmla="*/ 0 w 656"/>
                <a:gd name="T9" fmla="*/ 0 h 411"/>
                <a:gd name="T10" fmla="*/ 0 w 656"/>
                <a:gd name="T11" fmla="*/ 0 h 411"/>
              </a:gdLst>
              <a:ahLst/>
              <a:cxnLst>
                <a:cxn ang="0">
                  <a:pos x="T0" y="T1"/>
                </a:cxn>
                <a:cxn ang="0">
                  <a:pos x="T2" y="T3"/>
                </a:cxn>
                <a:cxn ang="0">
                  <a:pos x="T4" y="T5"/>
                </a:cxn>
                <a:cxn ang="0">
                  <a:pos x="T6" y="T7"/>
                </a:cxn>
                <a:cxn ang="0">
                  <a:pos x="T8" y="T9"/>
                </a:cxn>
                <a:cxn ang="0">
                  <a:pos x="T10" y="T11"/>
                </a:cxn>
              </a:cxnLst>
              <a:rect l="0" t="0" r="r" b="b"/>
              <a:pathLst>
                <a:path w="656" h="411">
                  <a:moveTo>
                    <a:pt x="0" y="0"/>
                  </a:moveTo>
                  <a:lnTo>
                    <a:pt x="656" y="0"/>
                  </a:lnTo>
                  <a:lnTo>
                    <a:pt x="656" y="411"/>
                  </a:lnTo>
                  <a:lnTo>
                    <a:pt x="0" y="411"/>
                  </a:lnTo>
                  <a:lnTo>
                    <a:pt x="0" y="0"/>
                  </a:lnTo>
                  <a:lnTo>
                    <a:pt x="0"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3" name="Freeform 51"/>
            <p:cNvSpPr>
              <a:spLocks noEditPoints="1"/>
            </p:cNvSpPr>
            <p:nvPr/>
          </p:nvSpPr>
          <p:spPr bwMode="auto">
            <a:xfrm>
              <a:off x="4766" y="3772"/>
              <a:ext cx="953" cy="515"/>
            </a:xfrm>
            <a:custGeom>
              <a:avLst/>
              <a:gdLst>
                <a:gd name="T0" fmla="*/ 343 w 403"/>
                <a:gd name="T1" fmla="*/ 193 h 217"/>
                <a:gd name="T2" fmla="*/ 353 w 403"/>
                <a:gd name="T3" fmla="*/ 183 h 217"/>
                <a:gd name="T4" fmla="*/ 353 w 403"/>
                <a:gd name="T5" fmla="*/ 10 h 217"/>
                <a:gd name="T6" fmla="*/ 343 w 403"/>
                <a:gd name="T7" fmla="*/ 0 h 217"/>
                <a:gd name="T8" fmla="*/ 61 w 403"/>
                <a:gd name="T9" fmla="*/ 0 h 217"/>
                <a:gd name="T10" fmla="*/ 51 w 403"/>
                <a:gd name="T11" fmla="*/ 10 h 217"/>
                <a:gd name="T12" fmla="*/ 51 w 403"/>
                <a:gd name="T13" fmla="*/ 183 h 217"/>
                <a:gd name="T14" fmla="*/ 61 w 403"/>
                <a:gd name="T15" fmla="*/ 193 h 217"/>
                <a:gd name="T16" fmla="*/ 0 w 403"/>
                <a:gd name="T17" fmla="*/ 193 h 217"/>
                <a:gd name="T18" fmla="*/ 0 w 403"/>
                <a:gd name="T19" fmla="*/ 200 h 217"/>
                <a:gd name="T20" fmla="*/ 0 w 403"/>
                <a:gd name="T21" fmla="*/ 208 h 217"/>
                <a:gd name="T22" fmla="*/ 0 w 403"/>
                <a:gd name="T23" fmla="*/ 209 h 217"/>
                <a:gd name="T24" fmla="*/ 0 w 403"/>
                <a:gd name="T25" fmla="*/ 209 h 217"/>
                <a:gd name="T26" fmla="*/ 0 w 403"/>
                <a:gd name="T27" fmla="*/ 209 h 217"/>
                <a:gd name="T28" fmla="*/ 0 w 403"/>
                <a:gd name="T29" fmla="*/ 210 h 217"/>
                <a:gd name="T30" fmla="*/ 8 w 403"/>
                <a:gd name="T31" fmla="*/ 217 h 217"/>
                <a:gd name="T32" fmla="*/ 395 w 403"/>
                <a:gd name="T33" fmla="*/ 217 h 217"/>
                <a:gd name="T34" fmla="*/ 403 w 403"/>
                <a:gd name="T35" fmla="*/ 211 h 217"/>
                <a:gd name="T36" fmla="*/ 403 w 403"/>
                <a:gd name="T37" fmla="*/ 210 h 217"/>
                <a:gd name="T38" fmla="*/ 403 w 403"/>
                <a:gd name="T39" fmla="*/ 200 h 217"/>
                <a:gd name="T40" fmla="*/ 403 w 403"/>
                <a:gd name="T41" fmla="*/ 193 h 217"/>
                <a:gd name="T42" fmla="*/ 343 w 403"/>
                <a:gd name="T43" fmla="*/ 193 h 217"/>
                <a:gd name="T44" fmla="*/ 64 w 403"/>
                <a:gd name="T45" fmla="*/ 11 h 217"/>
                <a:gd name="T46" fmla="*/ 340 w 403"/>
                <a:gd name="T47" fmla="*/ 11 h 217"/>
                <a:gd name="T48" fmla="*/ 340 w 403"/>
                <a:gd name="T49" fmla="*/ 181 h 217"/>
                <a:gd name="T50" fmla="*/ 64 w 403"/>
                <a:gd name="T51" fmla="*/ 181 h 217"/>
                <a:gd name="T52" fmla="*/ 64 w 403"/>
                <a:gd name="T53" fmla="*/ 1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3" h="217">
                  <a:moveTo>
                    <a:pt x="343" y="193"/>
                  </a:moveTo>
                  <a:cubicBezTo>
                    <a:pt x="349" y="193"/>
                    <a:pt x="353" y="189"/>
                    <a:pt x="353" y="183"/>
                  </a:cubicBezTo>
                  <a:cubicBezTo>
                    <a:pt x="353" y="10"/>
                    <a:pt x="353" y="10"/>
                    <a:pt x="353" y="10"/>
                  </a:cubicBezTo>
                  <a:cubicBezTo>
                    <a:pt x="353" y="4"/>
                    <a:pt x="349" y="0"/>
                    <a:pt x="343" y="0"/>
                  </a:cubicBezTo>
                  <a:cubicBezTo>
                    <a:pt x="61" y="0"/>
                    <a:pt x="61" y="0"/>
                    <a:pt x="61" y="0"/>
                  </a:cubicBezTo>
                  <a:cubicBezTo>
                    <a:pt x="56" y="0"/>
                    <a:pt x="51" y="4"/>
                    <a:pt x="51" y="10"/>
                  </a:cubicBezTo>
                  <a:cubicBezTo>
                    <a:pt x="51" y="183"/>
                    <a:pt x="51" y="183"/>
                    <a:pt x="51" y="183"/>
                  </a:cubicBezTo>
                  <a:cubicBezTo>
                    <a:pt x="51" y="189"/>
                    <a:pt x="56" y="193"/>
                    <a:pt x="61" y="193"/>
                  </a:cubicBezTo>
                  <a:cubicBezTo>
                    <a:pt x="0" y="193"/>
                    <a:pt x="0" y="193"/>
                    <a:pt x="0" y="193"/>
                  </a:cubicBezTo>
                  <a:cubicBezTo>
                    <a:pt x="0" y="200"/>
                    <a:pt x="0" y="200"/>
                    <a:pt x="0" y="200"/>
                  </a:cubicBezTo>
                  <a:cubicBezTo>
                    <a:pt x="0" y="208"/>
                    <a:pt x="0" y="208"/>
                    <a:pt x="0" y="208"/>
                  </a:cubicBezTo>
                  <a:cubicBezTo>
                    <a:pt x="0" y="209"/>
                    <a:pt x="0" y="209"/>
                    <a:pt x="0" y="209"/>
                  </a:cubicBezTo>
                  <a:cubicBezTo>
                    <a:pt x="0" y="209"/>
                    <a:pt x="0" y="209"/>
                    <a:pt x="0" y="209"/>
                  </a:cubicBezTo>
                  <a:cubicBezTo>
                    <a:pt x="0" y="209"/>
                    <a:pt x="0" y="209"/>
                    <a:pt x="0" y="209"/>
                  </a:cubicBezTo>
                  <a:cubicBezTo>
                    <a:pt x="0" y="210"/>
                    <a:pt x="0" y="210"/>
                    <a:pt x="0" y="210"/>
                  </a:cubicBezTo>
                  <a:cubicBezTo>
                    <a:pt x="0" y="214"/>
                    <a:pt x="4" y="217"/>
                    <a:pt x="8" y="217"/>
                  </a:cubicBezTo>
                  <a:cubicBezTo>
                    <a:pt x="395" y="217"/>
                    <a:pt x="395" y="217"/>
                    <a:pt x="395" y="217"/>
                  </a:cubicBezTo>
                  <a:cubicBezTo>
                    <a:pt x="399" y="217"/>
                    <a:pt x="402" y="214"/>
                    <a:pt x="403" y="211"/>
                  </a:cubicBezTo>
                  <a:cubicBezTo>
                    <a:pt x="403" y="210"/>
                    <a:pt x="403" y="210"/>
                    <a:pt x="403" y="210"/>
                  </a:cubicBezTo>
                  <a:cubicBezTo>
                    <a:pt x="403" y="200"/>
                    <a:pt x="403" y="200"/>
                    <a:pt x="403" y="200"/>
                  </a:cubicBezTo>
                  <a:cubicBezTo>
                    <a:pt x="403" y="193"/>
                    <a:pt x="403" y="193"/>
                    <a:pt x="403" y="193"/>
                  </a:cubicBezTo>
                  <a:lnTo>
                    <a:pt x="343" y="193"/>
                  </a:lnTo>
                  <a:close/>
                  <a:moveTo>
                    <a:pt x="64" y="11"/>
                  </a:moveTo>
                  <a:cubicBezTo>
                    <a:pt x="340" y="11"/>
                    <a:pt x="340" y="11"/>
                    <a:pt x="340" y="11"/>
                  </a:cubicBezTo>
                  <a:cubicBezTo>
                    <a:pt x="340" y="181"/>
                    <a:pt x="340" y="181"/>
                    <a:pt x="340" y="181"/>
                  </a:cubicBezTo>
                  <a:cubicBezTo>
                    <a:pt x="64" y="181"/>
                    <a:pt x="64" y="181"/>
                    <a:pt x="64" y="181"/>
                  </a:cubicBezTo>
                  <a:cubicBezTo>
                    <a:pt x="64" y="11"/>
                    <a:pt x="64" y="11"/>
                    <a:pt x="64" y="11"/>
                  </a:cubicBezTo>
                  <a:close/>
                </a:path>
              </a:pathLst>
            </a:cu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sp>
          <p:nvSpPr>
            <p:cNvPr id="114" name="Rectangle 52"/>
            <p:cNvSpPr>
              <a:spLocks noChangeArrowheads="1"/>
            </p:cNvSpPr>
            <p:nvPr/>
          </p:nvSpPr>
          <p:spPr bwMode="auto">
            <a:xfrm>
              <a:off x="6779" y="2915"/>
              <a:ext cx="871" cy="3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05050"/>
                </a:solidFill>
              </a:endParaRPr>
            </a:p>
          </p:txBody>
        </p:sp>
      </p:grpSp>
      <p:sp>
        <p:nvSpPr>
          <p:cNvPr id="3" name="TextBox 2"/>
          <p:cNvSpPr txBox="1"/>
          <p:nvPr/>
        </p:nvSpPr>
        <p:spPr>
          <a:xfrm>
            <a:off x="211912" y="4569165"/>
            <a:ext cx="12696625" cy="1034129"/>
          </a:xfrm>
          <a:prstGeom prst="rect">
            <a:avLst/>
          </a:prstGeom>
          <a:noFill/>
        </p:spPr>
        <p:txBody>
          <a:bodyPr wrap="square" rtlCol="0">
            <a:spAutoFit/>
          </a:bodyPr>
          <a:lstStyle/>
          <a:p>
            <a:pPr>
              <a:lnSpc>
                <a:spcPct val="85000"/>
              </a:lnSpc>
            </a:pPr>
            <a:r>
              <a:rPr lang="en-US" sz="7200" spc="-100" dirty="0">
                <a:solidFill>
                  <a:schemeClr val="bg1"/>
                </a:solidFill>
                <a:latin typeface="+mj-lt"/>
                <a:ea typeface="Segoe UI Bold" panose="020B0802040204020203" pitchFamily="34" charset="0"/>
                <a:cs typeface="Segoe UI Bold" panose="020B0802040204020203" pitchFamily="34" charset="0"/>
              </a:rPr>
              <a:t>Links de </a:t>
            </a:r>
            <a:r>
              <a:rPr lang="en-US" sz="7200" spc="-100" dirty="0" err="1">
                <a:solidFill>
                  <a:schemeClr val="bg1"/>
                </a:solidFill>
                <a:latin typeface="+mj-lt"/>
                <a:ea typeface="Segoe UI Bold" panose="020B0802040204020203" pitchFamily="34" charset="0"/>
                <a:cs typeface="Segoe UI Bold" panose="020B0802040204020203" pitchFamily="34" charset="0"/>
              </a:rPr>
              <a:t>interés</a:t>
            </a:r>
            <a:endParaRPr lang="en-US" sz="7200" spc="-100" dirty="0">
              <a:solidFill>
                <a:schemeClr val="bg1"/>
              </a:solidFill>
              <a:latin typeface="+mj-lt"/>
              <a:ea typeface="Segoe UI Bold" panose="020B0802040204020203" pitchFamily="34" charset="0"/>
              <a:cs typeface="Segoe UI Bold" panose="020B0802040204020203" pitchFamily="34" charset="0"/>
            </a:endParaRPr>
          </a:p>
        </p:txBody>
      </p:sp>
    </p:spTree>
    <p:extLst>
      <p:ext uri="{BB962C8B-B14F-4D97-AF65-F5344CB8AC3E}">
        <p14:creationId xmlns:p14="http://schemas.microsoft.com/office/powerpoint/2010/main" val="271033283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0" y="311561"/>
            <a:ext cx="12188825" cy="720197"/>
          </a:xfrm>
          <a:prstGeom prst="rect">
            <a:avLst/>
          </a:prstGeom>
          <a:noFill/>
        </p:spPr>
        <p:txBody>
          <a:bodyPr wrap="square" rtlCol="0">
            <a:spAutoFit/>
          </a:bodyPr>
          <a:lstStyle/>
          <a:p>
            <a:pPr algn="ctr">
              <a:lnSpc>
                <a:spcPct val="85000"/>
              </a:lnSpc>
            </a:pPr>
            <a:r>
              <a:rPr lang="en-US" sz="4800" spc="-100" dirty="0">
                <a:solidFill>
                  <a:srgbClr val="0070C0"/>
                </a:solidFill>
                <a:latin typeface="+mj-lt"/>
                <a:ea typeface="Segoe UI Bold" panose="020B0802040204020203" pitchFamily="34" charset="0"/>
                <a:cs typeface="Segoe UI Bold" panose="020B0802040204020203" pitchFamily="34" charset="0"/>
              </a:rPr>
              <a:t>¡</a:t>
            </a:r>
            <a:r>
              <a:rPr lang="en-US" sz="4800" spc="-100" dirty="0" err="1">
                <a:solidFill>
                  <a:srgbClr val="0070C0"/>
                </a:solidFill>
                <a:latin typeface="+mj-lt"/>
                <a:ea typeface="Segoe UI Bold" panose="020B0802040204020203" pitchFamily="34" charset="0"/>
                <a:cs typeface="Segoe UI Bold" panose="020B0802040204020203" pitchFamily="34" charset="0"/>
              </a:rPr>
              <a:t>Conocé</a:t>
            </a:r>
            <a:r>
              <a:rPr lang="en-US" sz="4800" spc="-100" dirty="0">
                <a:solidFill>
                  <a:srgbClr val="0070C0"/>
                </a:solidFill>
                <a:latin typeface="+mj-lt"/>
                <a:ea typeface="Segoe UI Bold" panose="020B0802040204020203" pitchFamily="34" charset="0"/>
                <a:cs typeface="Segoe UI Bold" panose="020B0802040204020203" pitchFamily="34" charset="0"/>
              </a:rPr>
              <a:t> las </a:t>
            </a:r>
            <a:r>
              <a:rPr lang="en-US" sz="4800" spc="-100" dirty="0" err="1">
                <a:solidFill>
                  <a:srgbClr val="0070C0"/>
                </a:solidFill>
                <a:latin typeface="+mj-lt"/>
                <a:ea typeface="Segoe UI Bold" panose="020B0802040204020203" pitchFamily="34" charset="0"/>
                <a:cs typeface="Segoe UI Bold" panose="020B0802040204020203" pitchFamily="34" charset="0"/>
              </a:rPr>
              <a:t>nuevas</a:t>
            </a:r>
            <a:r>
              <a:rPr lang="en-US" sz="4800" spc="-100" dirty="0">
                <a:solidFill>
                  <a:srgbClr val="0070C0"/>
                </a:solidFill>
                <a:latin typeface="+mj-lt"/>
                <a:ea typeface="Segoe UI Bold" panose="020B0802040204020203" pitchFamily="34" charset="0"/>
                <a:cs typeface="Segoe UI Bold" panose="020B0802040204020203" pitchFamily="34" charset="0"/>
              </a:rPr>
              <a:t> </a:t>
            </a:r>
            <a:r>
              <a:rPr lang="en-US" sz="4800" spc="-100" dirty="0" err="1">
                <a:solidFill>
                  <a:srgbClr val="0070C0"/>
                </a:solidFill>
                <a:latin typeface="+mj-lt"/>
                <a:ea typeface="Segoe UI Bold" panose="020B0802040204020203" pitchFamily="34" charset="0"/>
                <a:cs typeface="Segoe UI Bold" panose="020B0802040204020203" pitchFamily="34" charset="0"/>
              </a:rPr>
              <a:t>características</a:t>
            </a:r>
            <a:r>
              <a:rPr lang="en-US" sz="4800" spc="-100" dirty="0">
                <a:solidFill>
                  <a:srgbClr val="0070C0"/>
                </a:solidFill>
                <a:latin typeface="+mj-lt"/>
                <a:ea typeface="Segoe UI Bold" panose="020B0802040204020203" pitchFamily="34" charset="0"/>
                <a:cs typeface="Segoe UI Bold" panose="020B0802040204020203" pitchFamily="34" charset="0"/>
              </a:rPr>
              <a:t>!</a:t>
            </a:r>
          </a:p>
        </p:txBody>
      </p:sp>
      <p:pic>
        <p:nvPicPr>
          <p:cNvPr id="41" name="Picture 40"/>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65239" y="1483123"/>
            <a:ext cx="578070" cy="576700"/>
          </a:xfrm>
          <a:prstGeom prst="rect">
            <a:avLst/>
          </a:prstGeom>
        </p:spPr>
      </p:pic>
      <p:sp>
        <p:nvSpPr>
          <p:cNvPr id="2" name="TextBox 1"/>
          <p:cNvSpPr txBox="1"/>
          <p:nvPr/>
        </p:nvSpPr>
        <p:spPr>
          <a:xfrm>
            <a:off x="1350335" y="1525251"/>
            <a:ext cx="5451896" cy="492443"/>
          </a:xfrm>
          <a:prstGeom prst="rect">
            <a:avLst/>
          </a:prstGeom>
          <a:noFill/>
        </p:spPr>
        <p:txBody>
          <a:bodyPr wrap="square" lIns="0" tIns="0" rIns="0" bIns="0" rtlCol="0">
            <a:spAutoFit/>
          </a:bodyPr>
          <a:lstStyle/>
          <a:p>
            <a:r>
              <a:rPr lang="es-AR" sz="3200" spc="-70" dirty="0">
                <a:gradFill>
                  <a:gsLst>
                    <a:gs pos="2917">
                      <a:schemeClr val="bg2"/>
                    </a:gs>
                    <a:gs pos="95000">
                      <a:schemeClr val="bg2"/>
                    </a:gs>
                  </a:gsLst>
                  <a:lin ang="5400000" scaled="0"/>
                </a:gradFill>
                <a:hlinkClick r:id="rId4"/>
              </a:rPr>
              <a:t>Guía rápida: </a:t>
            </a:r>
            <a:r>
              <a:rPr lang="es-AR" sz="3200" b="1" spc="-70" dirty="0">
                <a:gradFill>
                  <a:gsLst>
                    <a:gs pos="2917">
                      <a:schemeClr val="bg2"/>
                    </a:gs>
                    <a:gs pos="95000">
                      <a:schemeClr val="bg2"/>
                    </a:gs>
                  </a:gsLst>
                  <a:lin ang="5400000" scaled="0"/>
                </a:gradFill>
                <a:hlinkClick r:id="rId4"/>
              </a:rPr>
              <a:t>Excel</a:t>
            </a:r>
            <a:r>
              <a:rPr lang="es-AR" sz="3200" spc="-70" dirty="0">
                <a:gradFill>
                  <a:gsLst>
                    <a:gs pos="2917">
                      <a:schemeClr val="bg2"/>
                    </a:gs>
                    <a:gs pos="95000">
                      <a:schemeClr val="bg2"/>
                    </a:gs>
                  </a:gsLst>
                  <a:lin ang="5400000" scaled="0"/>
                </a:gradFill>
                <a:hlinkClick r:id="rId4"/>
              </a:rPr>
              <a:t> 2016</a:t>
            </a:r>
            <a:endParaRPr lang="es-AR" sz="3200" spc="-70" dirty="0">
              <a:gradFill>
                <a:gsLst>
                  <a:gs pos="2917">
                    <a:schemeClr val="bg2"/>
                  </a:gs>
                  <a:gs pos="95000">
                    <a:schemeClr val="bg2"/>
                  </a:gs>
                </a:gsLst>
                <a:lin ang="5400000" scaled="0"/>
              </a:gradFill>
            </a:endParaRPr>
          </a:p>
        </p:txBody>
      </p:sp>
      <p:pic>
        <p:nvPicPr>
          <p:cNvPr id="44" name="Picture 4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65239" y="2509916"/>
            <a:ext cx="578070" cy="576700"/>
          </a:xfrm>
          <a:prstGeom prst="rect">
            <a:avLst/>
          </a:prstGeom>
        </p:spPr>
      </p:pic>
      <p:sp>
        <p:nvSpPr>
          <p:cNvPr id="45" name="TextBox 44"/>
          <p:cNvSpPr txBox="1"/>
          <p:nvPr/>
        </p:nvSpPr>
        <p:spPr>
          <a:xfrm>
            <a:off x="1350335" y="2552044"/>
            <a:ext cx="4518837" cy="492443"/>
          </a:xfrm>
          <a:prstGeom prst="rect">
            <a:avLst/>
          </a:prstGeom>
          <a:noFill/>
        </p:spPr>
        <p:txBody>
          <a:bodyPr wrap="square" lIns="0" tIns="0" rIns="0" bIns="0" rtlCol="0">
            <a:spAutoFit/>
          </a:bodyPr>
          <a:lstStyle/>
          <a:p>
            <a:r>
              <a:rPr lang="es-AR" sz="3200" spc="-70" dirty="0">
                <a:gradFill>
                  <a:gsLst>
                    <a:gs pos="2917">
                      <a:schemeClr val="bg2"/>
                    </a:gs>
                    <a:gs pos="95000">
                      <a:schemeClr val="bg2"/>
                    </a:gs>
                  </a:gsLst>
                  <a:lin ang="5400000" scaled="0"/>
                </a:gradFill>
                <a:hlinkClick r:id="rId5"/>
              </a:rPr>
              <a:t>Guía rápida: </a:t>
            </a:r>
            <a:r>
              <a:rPr lang="es-AR" sz="3200" b="1" spc="-70" dirty="0">
                <a:gradFill>
                  <a:gsLst>
                    <a:gs pos="2917">
                      <a:schemeClr val="bg2"/>
                    </a:gs>
                    <a:gs pos="95000">
                      <a:schemeClr val="bg2"/>
                    </a:gs>
                  </a:gsLst>
                  <a:lin ang="5400000" scaled="0"/>
                </a:gradFill>
                <a:hlinkClick r:id="rId5"/>
              </a:rPr>
              <a:t>Word</a:t>
            </a:r>
            <a:r>
              <a:rPr lang="es-AR" sz="3200" spc="-70" dirty="0">
                <a:gradFill>
                  <a:gsLst>
                    <a:gs pos="2917">
                      <a:schemeClr val="bg2"/>
                    </a:gs>
                    <a:gs pos="95000">
                      <a:schemeClr val="bg2"/>
                    </a:gs>
                  </a:gsLst>
                  <a:lin ang="5400000" scaled="0"/>
                </a:gradFill>
                <a:hlinkClick r:id="rId5"/>
              </a:rPr>
              <a:t> 2016</a:t>
            </a:r>
            <a:endParaRPr lang="es-AR" sz="3200" spc="-70" dirty="0">
              <a:gradFill>
                <a:gsLst>
                  <a:gs pos="2917">
                    <a:schemeClr val="bg2"/>
                  </a:gs>
                  <a:gs pos="95000">
                    <a:schemeClr val="bg2"/>
                  </a:gs>
                </a:gsLst>
                <a:lin ang="5400000" scaled="0"/>
              </a:gradFill>
            </a:endParaRPr>
          </a:p>
        </p:txBody>
      </p:sp>
      <p:pic>
        <p:nvPicPr>
          <p:cNvPr id="46" name="Picture 45"/>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65239" y="3494581"/>
            <a:ext cx="578070" cy="576700"/>
          </a:xfrm>
          <a:prstGeom prst="rect">
            <a:avLst/>
          </a:prstGeom>
        </p:spPr>
      </p:pic>
      <p:sp>
        <p:nvSpPr>
          <p:cNvPr id="50" name="TextBox 49"/>
          <p:cNvSpPr txBox="1"/>
          <p:nvPr/>
        </p:nvSpPr>
        <p:spPr>
          <a:xfrm>
            <a:off x="1350335" y="3536709"/>
            <a:ext cx="5603358" cy="492443"/>
          </a:xfrm>
          <a:prstGeom prst="rect">
            <a:avLst/>
          </a:prstGeom>
          <a:noFill/>
        </p:spPr>
        <p:txBody>
          <a:bodyPr wrap="square" lIns="0" tIns="0" rIns="0" bIns="0" rtlCol="0">
            <a:spAutoFit/>
          </a:bodyPr>
          <a:lstStyle/>
          <a:p>
            <a:r>
              <a:rPr lang="es-AR" sz="3200" spc="-70" dirty="0">
                <a:gradFill>
                  <a:gsLst>
                    <a:gs pos="2917">
                      <a:schemeClr val="bg2"/>
                    </a:gs>
                    <a:gs pos="95000">
                      <a:schemeClr val="bg2"/>
                    </a:gs>
                  </a:gsLst>
                  <a:lin ang="5400000" scaled="0"/>
                </a:gradFill>
                <a:hlinkClick r:id="rId6"/>
              </a:rPr>
              <a:t>Guía rápida: </a:t>
            </a:r>
            <a:r>
              <a:rPr lang="es-AR" sz="3200" b="1" spc="-70" dirty="0">
                <a:gradFill>
                  <a:gsLst>
                    <a:gs pos="2917">
                      <a:schemeClr val="bg2"/>
                    </a:gs>
                    <a:gs pos="95000">
                      <a:schemeClr val="bg2"/>
                    </a:gs>
                  </a:gsLst>
                  <a:lin ang="5400000" scaled="0"/>
                </a:gradFill>
                <a:hlinkClick r:id="rId6"/>
              </a:rPr>
              <a:t>PowerPoint</a:t>
            </a:r>
            <a:r>
              <a:rPr lang="es-AR" sz="3200" spc="-70" dirty="0">
                <a:gradFill>
                  <a:gsLst>
                    <a:gs pos="2917">
                      <a:schemeClr val="bg2"/>
                    </a:gs>
                    <a:gs pos="95000">
                      <a:schemeClr val="bg2"/>
                    </a:gs>
                  </a:gsLst>
                  <a:lin ang="5400000" scaled="0"/>
                </a:gradFill>
                <a:hlinkClick r:id="rId6"/>
              </a:rPr>
              <a:t> 2016</a:t>
            </a:r>
            <a:endParaRPr lang="es-AR" sz="3200" spc="-70" dirty="0">
              <a:gradFill>
                <a:gsLst>
                  <a:gs pos="2917">
                    <a:schemeClr val="bg2"/>
                  </a:gs>
                  <a:gs pos="95000">
                    <a:schemeClr val="bg2"/>
                  </a:gs>
                </a:gsLst>
                <a:lin ang="5400000" scaled="0"/>
              </a:gradFill>
            </a:endParaRPr>
          </a:p>
        </p:txBody>
      </p:sp>
      <p:pic>
        <p:nvPicPr>
          <p:cNvPr id="54" name="Picture 5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65239" y="4521374"/>
            <a:ext cx="578070" cy="576700"/>
          </a:xfrm>
          <a:prstGeom prst="rect">
            <a:avLst/>
          </a:prstGeom>
        </p:spPr>
      </p:pic>
      <p:sp>
        <p:nvSpPr>
          <p:cNvPr id="62" name="TextBox 61"/>
          <p:cNvSpPr txBox="1"/>
          <p:nvPr/>
        </p:nvSpPr>
        <p:spPr>
          <a:xfrm>
            <a:off x="1350335" y="4563502"/>
            <a:ext cx="4933507" cy="492443"/>
          </a:xfrm>
          <a:prstGeom prst="rect">
            <a:avLst/>
          </a:prstGeom>
          <a:noFill/>
        </p:spPr>
        <p:txBody>
          <a:bodyPr wrap="square" lIns="0" tIns="0" rIns="0" bIns="0" rtlCol="0">
            <a:spAutoFit/>
          </a:bodyPr>
          <a:lstStyle/>
          <a:p>
            <a:r>
              <a:rPr lang="es-AR" sz="3200" spc="-70" dirty="0">
                <a:gradFill>
                  <a:gsLst>
                    <a:gs pos="2917">
                      <a:schemeClr val="bg2"/>
                    </a:gs>
                    <a:gs pos="95000">
                      <a:schemeClr val="bg2"/>
                    </a:gs>
                  </a:gsLst>
                  <a:lin ang="5400000" scaled="0"/>
                </a:gradFill>
                <a:hlinkClick r:id="rId7"/>
              </a:rPr>
              <a:t>Guía rápida: </a:t>
            </a:r>
            <a:r>
              <a:rPr lang="es-AR" sz="3200" b="1" spc="-70" dirty="0">
                <a:gradFill>
                  <a:gsLst>
                    <a:gs pos="2917">
                      <a:schemeClr val="bg2"/>
                    </a:gs>
                    <a:gs pos="95000">
                      <a:schemeClr val="bg2"/>
                    </a:gs>
                  </a:gsLst>
                  <a:lin ang="5400000" scaled="0"/>
                </a:gradFill>
                <a:hlinkClick r:id="rId7"/>
              </a:rPr>
              <a:t>Outlook</a:t>
            </a:r>
            <a:r>
              <a:rPr lang="es-AR" sz="3200" spc="-70" dirty="0">
                <a:gradFill>
                  <a:gsLst>
                    <a:gs pos="2917">
                      <a:schemeClr val="bg2"/>
                    </a:gs>
                    <a:gs pos="95000">
                      <a:schemeClr val="bg2"/>
                    </a:gs>
                  </a:gsLst>
                  <a:lin ang="5400000" scaled="0"/>
                </a:gradFill>
                <a:hlinkClick r:id="rId7"/>
              </a:rPr>
              <a:t> 2016</a:t>
            </a:r>
            <a:endParaRPr lang="es-AR" sz="3200" spc="-70" dirty="0">
              <a:gradFill>
                <a:gsLst>
                  <a:gs pos="2917">
                    <a:schemeClr val="bg2"/>
                  </a:gs>
                  <a:gs pos="95000">
                    <a:schemeClr val="bg2"/>
                  </a:gs>
                </a:gsLst>
                <a:lin ang="5400000" scaled="0"/>
              </a:gradFill>
            </a:endParaRPr>
          </a:p>
        </p:txBody>
      </p:sp>
      <p:pic>
        <p:nvPicPr>
          <p:cNvPr id="64" name="Picture 6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65239" y="5548167"/>
            <a:ext cx="578070" cy="576700"/>
          </a:xfrm>
          <a:prstGeom prst="rect">
            <a:avLst/>
          </a:prstGeom>
        </p:spPr>
      </p:pic>
      <p:sp>
        <p:nvSpPr>
          <p:cNvPr id="65" name="TextBox 64"/>
          <p:cNvSpPr txBox="1"/>
          <p:nvPr/>
        </p:nvSpPr>
        <p:spPr>
          <a:xfrm>
            <a:off x="1350335" y="5590295"/>
            <a:ext cx="5337544" cy="492443"/>
          </a:xfrm>
          <a:prstGeom prst="rect">
            <a:avLst/>
          </a:prstGeom>
          <a:noFill/>
        </p:spPr>
        <p:txBody>
          <a:bodyPr wrap="square" lIns="0" tIns="0" rIns="0" bIns="0" rtlCol="0">
            <a:spAutoFit/>
          </a:bodyPr>
          <a:lstStyle/>
          <a:p>
            <a:r>
              <a:rPr lang="es-AR" sz="3200" spc="-70" dirty="0">
                <a:gradFill>
                  <a:gsLst>
                    <a:gs pos="2917">
                      <a:schemeClr val="bg2"/>
                    </a:gs>
                    <a:gs pos="95000">
                      <a:schemeClr val="bg2"/>
                    </a:gs>
                  </a:gsLst>
                  <a:lin ang="5400000" scaled="0"/>
                </a:gradFill>
                <a:hlinkClick r:id="rId8"/>
              </a:rPr>
              <a:t>Guía rápida: </a:t>
            </a:r>
            <a:r>
              <a:rPr lang="es-AR" sz="3200" b="1" spc="-70" dirty="0">
                <a:gradFill>
                  <a:gsLst>
                    <a:gs pos="2917">
                      <a:schemeClr val="bg2"/>
                    </a:gs>
                    <a:gs pos="95000">
                      <a:schemeClr val="bg2"/>
                    </a:gs>
                  </a:gsLst>
                  <a:lin ang="5400000" scaled="0"/>
                </a:gradFill>
                <a:hlinkClick r:id="rId8"/>
              </a:rPr>
              <a:t>OneNote</a:t>
            </a:r>
            <a:r>
              <a:rPr lang="es-AR" sz="3200" spc="-70" dirty="0">
                <a:gradFill>
                  <a:gsLst>
                    <a:gs pos="2917">
                      <a:schemeClr val="bg2"/>
                    </a:gs>
                    <a:gs pos="95000">
                      <a:schemeClr val="bg2"/>
                    </a:gs>
                  </a:gsLst>
                  <a:lin ang="5400000" scaled="0"/>
                </a:gradFill>
                <a:hlinkClick r:id="rId8"/>
              </a:rPr>
              <a:t> 2016</a:t>
            </a:r>
            <a:endParaRPr lang="es-AR" sz="3200" spc="-70" dirty="0">
              <a:gradFill>
                <a:gsLst>
                  <a:gs pos="2917">
                    <a:schemeClr val="bg2"/>
                  </a:gs>
                  <a:gs pos="95000">
                    <a:schemeClr val="bg2"/>
                  </a:gs>
                </a:gsLst>
                <a:lin ang="5400000" scaled="0"/>
              </a:gradFill>
            </a:endParaRPr>
          </a:p>
        </p:txBody>
      </p:sp>
      <p:pic>
        <p:nvPicPr>
          <p:cNvPr id="66" name="Picture 65"/>
          <p:cNvPicPr>
            <a:picLocks noChangeAspect="1"/>
          </p:cNvPicPr>
          <p:nvPr/>
        </p:nvPicPr>
        <p:blipFill rotWithShape="1">
          <a:blip r:embed="rId9" cstate="screen">
            <a:extLst>
              <a:ext uri="{28A0092B-C50C-407E-A947-70E740481C1C}">
                <a14:useLocalDpi xmlns:a14="http://schemas.microsoft.com/office/drawing/2010/main" val="0"/>
              </a:ext>
            </a:extLst>
          </a:blip>
          <a:srcRect/>
          <a:stretch/>
        </p:blipFill>
        <p:spPr>
          <a:xfrm>
            <a:off x="7374480" y="2682705"/>
            <a:ext cx="2694886" cy="1700892"/>
          </a:xfrm>
          <a:prstGeom prst="rect">
            <a:avLst/>
          </a:prstGeom>
          <a:effectLst>
            <a:outerShdw blurRad="76200" dist="38100" dir="2700000" algn="tl" rotWithShape="0">
              <a:prstClr val="black">
                <a:alpha val="25000"/>
              </a:prstClr>
            </a:outerShdw>
          </a:effectLst>
        </p:spPr>
      </p:pic>
      <p:sp>
        <p:nvSpPr>
          <p:cNvPr id="67" name="Freeform 51"/>
          <p:cNvSpPr>
            <a:spLocks noEditPoints="1"/>
          </p:cNvSpPr>
          <p:nvPr/>
        </p:nvSpPr>
        <p:spPr bwMode="auto">
          <a:xfrm>
            <a:off x="6802231" y="2597111"/>
            <a:ext cx="3875795" cy="2129725"/>
          </a:xfrm>
          <a:custGeom>
            <a:avLst/>
            <a:gdLst>
              <a:gd name="T0" fmla="*/ 343 w 403"/>
              <a:gd name="T1" fmla="*/ 193 h 217"/>
              <a:gd name="T2" fmla="*/ 353 w 403"/>
              <a:gd name="T3" fmla="*/ 183 h 217"/>
              <a:gd name="T4" fmla="*/ 353 w 403"/>
              <a:gd name="T5" fmla="*/ 10 h 217"/>
              <a:gd name="T6" fmla="*/ 343 w 403"/>
              <a:gd name="T7" fmla="*/ 0 h 217"/>
              <a:gd name="T8" fmla="*/ 61 w 403"/>
              <a:gd name="T9" fmla="*/ 0 h 217"/>
              <a:gd name="T10" fmla="*/ 51 w 403"/>
              <a:gd name="T11" fmla="*/ 10 h 217"/>
              <a:gd name="T12" fmla="*/ 51 w 403"/>
              <a:gd name="T13" fmla="*/ 183 h 217"/>
              <a:gd name="T14" fmla="*/ 61 w 403"/>
              <a:gd name="T15" fmla="*/ 193 h 217"/>
              <a:gd name="T16" fmla="*/ 0 w 403"/>
              <a:gd name="T17" fmla="*/ 193 h 217"/>
              <a:gd name="T18" fmla="*/ 0 w 403"/>
              <a:gd name="T19" fmla="*/ 200 h 217"/>
              <a:gd name="T20" fmla="*/ 0 w 403"/>
              <a:gd name="T21" fmla="*/ 208 h 217"/>
              <a:gd name="T22" fmla="*/ 0 w 403"/>
              <a:gd name="T23" fmla="*/ 209 h 217"/>
              <a:gd name="T24" fmla="*/ 0 w 403"/>
              <a:gd name="T25" fmla="*/ 209 h 217"/>
              <a:gd name="T26" fmla="*/ 0 w 403"/>
              <a:gd name="T27" fmla="*/ 209 h 217"/>
              <a:gd name="T28" fmla="*/ 0 w 403"/>
              <a:gd name="T29" fmla="*/ 210 h 217"/>
              <a:gd name="T30" fmla="*/ 8 w 403"/>
              <a:gd name="T31" fmla="*/ 217 h 217"/>
              <a:gd name="T32" fmla="*/ 395 w 403"/>
              <a:gd name="T33" fmla="*/ 217 h 217"/>
              <a:gd name="T34" fmla="*/ 403 w 403"/>
              <a:gd name="T35" fmla="*/ 211 h 217"/>
              <a:gd name="T36" fmla="*/ 403 w 403"/>
              <a:gd name="T37" fmla="*/ 210 h 217"/>
              <a:gd name="T38" fmla="*/ 403 w 403"/>
              <a:gd name="T39" fmla="*/ 200 h 217"/>
              <a:gd name="T40" fmla="*/ 403 w 403"/>
              <a:gd name="T41" fmla="*/ 193 h 217"/>
              <a:gd name="T42" fmla="*/ 343 w 403"/>
              <a:gd name="T43" fmla="*/ 193 h 217"/>
              <a:gd name="T44" fmla="*/ 64 w 403"/>
              <a:gd name="T45" fmla="*/ 11 h 217"/>
              <a:gd name="T46" fmla="*/ 340 w 403"/>
              <a:gd name="T47" fmla="*/ 11 h 217"/>
              <a:gd name="T48" fmla="*/ 340 w 403"/>
              <a:gd name="T49" fmla="*/ 181 h 217"/>
              <a:gd name="T50" fmla="*/ 64 w 403"/>
              <a:gd name="T51" fmla="*/ 181 h 217"/>
              <a:gd name="T52" fmla="*/ 64 w 403"/>
              <a:gd name="T53" fmla="*/ 1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3" h="217">
                <a:moveTo>
                  <a:pt x="343" y="193"/>
                </a:moveTo>
                <a:cubicBezTo>
                  <a:pt x="349" y="193"/>
                  <a:pt x="353" y="189"/>
                  <a:pt x="353" y="183"/>
                </a:cubicBezTo>
                <a:cubicBezTo>
                  <a:pt x="353" y="10"/>
                  <a:pt x="353" y="10"/>
                  <a:pt x="353" y="10"/>
                </a:cubicBezTo>
                <a:cubicBezTo>
                  <a:pt x="353" y="4"/>
                  <a:pt x="349" y="0"/>
                  <a:pt x="343" y="0"/>
                </a:cubicBezTo>
                <a:cubicBezTo>
                  <a:pt x="61" y="0"/>
                  <a:pt x="61" y="0"/>
                  <a:pt x="61" y="0"/>
                </a:cubicBezTo>
                <a:cubicBezTo>
                  <a:pt x="56" y="0"/>
                  <a:pt x="51" y="4"/>
                  <a:pt x="51" y="10"/>
                </a:cubicBezTo>
                <a:cubicBezTo>
                  <a:pt x="51" y="183"/>
                  <a:pt x="51" y="183"/>
                  <a:pt x="51" y="183"/>
                </a:cubicBezTo>
                <a:cubicBezTo>
                  <a:pt x="51" y="189"/>
                  <a:pt x="56" y="193"/>
                  <a:pt x="61" y="193"/>
                </a:cubicBezTo>
                <a:cubicBezTo>
                  <a:pt x="0" y="193"/>
                  <a:pt x="0" y="193"/>
                  <a:pt x="0" y="193"/>
                </a:cubicBezTo>
                <a:cubicBezTo>
                  <a:pt x="0" y="200"/>
                  <a:pt x="0" y="200"/>
                  <a:pt x="0" y="200"/>
                </a:cubicBezTo>
                <a:cubicBezTo>
                  <a:pt x="0" y="208"/>
                  <a:pt x="0" y="208"/>
                  <a:pt x="0" y="208"/>
                </a:cubicBezTo>
                <a:cubicBezTo>
                  <a:pt x="0" y="209"/>
                  <a:pt x="0" y="209"/>
                  <a:pt x="0" y="209"/>
                </a:cubicBezTo>
                <a:cubicBezTo>
                  <a:pt x="0" y="209"/>
                  <a:pt x="0" y="209"/>
                  <a:pt x="0" y="209"/>
                </a:cubicBezTo>
                <a:cubicBezTo>
                  <a:pt x="0" y="209"/>
                  <a:pt x="0" y="209"/>
                  <a:pt x="0" y="209"/>
                </a:cubicBezTo>
                <a:cubicBezTo>
                  <a:pt x="0" y="210"/>
                  <a:pt x="0" y="210"/>
                  <a:pt x="0" y="210"/>
                </a:cubicBezTo>
                <a:cubicBezTo>
                  <a:pt x="0" y="214"/>
                  <a:pt x="4" y="217"/>
                  <a:pt x="8" y="217"/>
                </a:cubicBezTo>
                <a:cubicBezTo>
                  <a:pt x="395" y="217"/>
                  <a:pt x="395" y="217"/>
                  <a:pt x="395" y="217"/>
                </a:cubicBezTo>
                <a:cubicBezTo>
                  <a:pt x="399" y="217"/>
                  <a:pt x="402" y="214"/>
                  <a:pt x="403" y="211"/>
                </a:cubicBezTo>
                <a:cubicBezTo>
                  <a:pt x="403" y="210"/>
                  <a:pt x="403" y="210"/>
                  <a:pt x="403" y="210"/>
                </a:cubicBezTo>
                <a:cubicBezTo>
                  <a:pt x="403" y="200"/>
                  <a:pt x="403" y="200"/>
                  <a:pt x="403" y="200"/>
                </a:cubicBezTo>
                <a:cubicBezTo>
                  <a:pt x="403" y="193"/>
                  <a:pt x="403" y="193"/>
                  <a:pt x="403" y="193"/>
                </a:cubicBezTo>
                <a:lnTo>
                  <a:pt x="343" y="193"/>
                </a:lnTo>
                <a:close/>
                <a:moveTo>
                  <a:pt x="64" y="11"/>
                </a:moveTo>
                <a:cubicBezTo>
                  <a:pt x="340" y="11"/>
                  <a:pt x="340" y="11"/>
                  <a:pt x="340" y="11"/>
                </a:cubicBezTo>
                <a:cubicBezTo>
                  <a:pt x="340" y="181"/>
                  <a:pt x="340" y="181"/>
                  <a:pt x="340" y="181"/>
                </a:cubicBezTo>
                <a:cubicBezTo>
                  <a:pt x="64" y="181"/>
                  <a:pt x="64" y="181"/>
                  <a:pt x="64" y="181"/>
                </a:cubicBezTo>
                <a:cubicBezTo>
                  <a:pt x="64" y="11"/>
                  <a:pt x="64" y="11"/>
                  <a:pt x="64" y="11"/>
                </a:cubicBezTo>
                <a:close/>
              </a:path>
            </a:pathLst>
          </a:custGeom>
          <a:solidFill>
            <a:srgbClr val="4B004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316"/>
            <a:endParaRPr lang="en-US" sz="1836" dirty="0">
              <a:solidFill>
                <a:srgbClr val="000000"/>
              </a:solidFill>
            </a:endParaRPr>
          </a:p>
        </p:txBody>
      </p:sp>
    </p:spTree>
    <p:extLst>
      <p:ext uri="{BB962C8B-B14F-4D97-AF65-F5344CB8AC3E}">
        <p14:creationId xmlns:p14="http://schemas.microsoft.com/office/powerpoint/2010/main" val="2142052529"/>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0" y="311561"/>
            <a:ext cx="12188825" cy="720197"/>
          </a:xfrm>
          <a:prstGeom prst="rect">
            <a:avLst/>
          </a:prstGeom>
          <a:noFill/>
        </p:spPr>
        <p:txBody>
          <a:bodyPr wrap="square" rtlCol="0">
            <a:spAutoFit/>
          </a:bodyPr>
          <a:lstStyle/>
          <a:p>
            <a:pPr algn="ctr">
              <a:lnSpc>
                <a:spcPct val="85000"/>
              </a:lnSpc>
            </a:pPr>
            <a:r>
              <a:rPr lang="en-US" sz="4800" spc="-100" dirty="0">
                <a:solidFill>
                  <a:srgbClr val="0070C0"/>
                </a:solidFill>
                <a:latin typeface="+mj-lt"/>
                <a:ea typeface="Segoe UI Bold" panose="020B0802040204020203" pitchFamily="34" charset="0"/>
                <a:cs typeface="Segoe UI Bold" panose="020B0802040204020203" pitchFamily="34" charset="0"/>
              </a:rPr>
              <a:t>Centro de Aprendizaje de Office</a:t>
            </a:r>
          </a:p>
        </p:txBody>
      </p:sp>
      <p:sp>
        <p:nvSpPr>
          <p:cNvPr id="2" name="TextBox 1"/>
          <p:cNvSpPr txBox="1"/>
          <p:nvPr/>
        </p:nvSpPr>
        <p:spPr>
          <a:xfrm>
            <a:off x="663456" y="2440455"/>
            <a:ext cx="10861912" cy="1969770"/>
          </a:xfrm>
          <a:prstGeom prst="rect">
            <a:avLst/>
          </a:prstGeom>
          <a:noFill/>
        </p:spPr>
        <p:txBody>
          <a:bodyPr wrap="square" lIns="0" tIns="0" rIns="0" bIns="0" rtlCol="0">
            <a:spAutoFit/>
          </a:bodyPr>
          <a:lstStyle/>
          <a:p>
            <a:pPr algn="ctr"/>
            <a:r>
              <a:rPr lang="es-AR" sz="3200" i="1" spc="-70" dirty="0">
                <a:gradFill>
                  <a:gsLst>
                    <a:gs pos="2917">
                      <a:schemeClr val="bg2"/>
                    </a:gs>
                    <a:gs pos="95000">
                      <a:schemeClr val="bg2"/>
                    </a:gs>
                  </a:gsLst>
                  <a:lin ang="5400000" scaled="0"/>
                </a:gradFill>
              </a:rPr>
              <a:t>Ingresando a nuestro Centro de Aprendizaje, vas a poder obtener toda la información que necesites sobre los productos de Office</a:t>
            </a:r>
          </a:p>
          <a:p>
            <a:pPr algn="ctr"/>
            <a:endParaRPr lang="es-AR" sz="3200" i="1" spc="-70" dirty="0">
              <a:gradFill>
                <a:gsLst>
                  <a:gs pos="2917">
                    <a:schemeClr val="bg2"/>
                  </a:gs>
                  <a:gs pos="95000">
                    <a:schemeClr val="bg2"/>
                  </a:gs>
                </a:gsLst>
                <a:lin ang="5400000" scaled="0"/>
              </a:gradFill>
            </a:endParaRPr>
          </a:p>
          <a:p>
            <a:pPr algn="ctr"/>
            <a:r>
              <a:rPr lang="es-AR" sz="3200" i="1" spc="-70" dirty="0">
                <a:gradFill>
                  <a:gsLst>
                    <a:gs pos="2917">
                      <a:schemeClr val="bg2"/>
                    </a:gs>
                    <a:gs pos="95000">
                      <a:schemeClr val="bg2"/>
                    </a:gs>
                  </a:gsLst>
                  <a:lin ang="5400000" scaled="0"/>
                </a:gradFill>
                <a:hlinkClick r:id="rId3"/>
              </a:rPr>
              <a:t>Hacé </a:t>
            </a:r>
            <a:r>
              <a:rPr lang="es-AR" sz="3200" i="1" spc="-70" dirty="0" err="1">
                <a:gradFill>
                  <a:gsLst>
                    <a:gs pos="2917">
                      <a:schemeClr val="bg2"/>
                    </a:gs>
                    <a:gs pos="95000">
                      <a:schemeClr val="bg2"/>
                    </a:gs>
                  </a:gsLst>
                  <a:lin ang="5400000" scaled="0"/>
                </a:gradFill>
                <a:hlinkClick r:id="rId3"/>
              </a:rPr>
              <a:t>click</a:t>
            </a:r>
            <a:r>
              <a:rPr lang="es-AR" sz="3200" i="1" spc="-70" dirty="0">
                <a:gradFill>
                  <a:gsLst>
                    <a:gs pos="2917">
                      <a:schemeClr val="bg2"/>
                    </a:gs>
                    <a:gs pos="95000">
                      <a:schemeClr val="bg2"/>
                    </a:gs>
                  </a:gsLst>
                  <a:lin ang="5400000" scaled="0"/>
                </a:gradFill>
                <a:hlinkClick r:id="rId3"/>
              </a:rPr>
              <a:t> para abrirlo en tu navegador</a:t>
            </a:r>
            <a:endParaRPr lang="es-AR" sz="3200" i="1" spc="-70" dirty="0">
              <a:gradFill>
                <a:gsLst>
                  <a:gs pos="2917">
                    <a:schemeClr val="bg2"/>
                  </a:gs>
                  <a:gs pos="95000">
                    <a:schemeClr val="bg2"/>
                  </a:gs>
                </a:gsLst>
                <a:lin ang="5400000" scaled="0"/>
              </a:gradFill>
            </a:endParaRPr>
          </a:p>
        </p:txBody>
      </p:sp>
    </p:spTree>
    <p:extLst>
      <p:ext uri="{BB962C8B-B14F-4D97-AF65-F5344CB8AC3E}">
        <p14:creationId xmlns:p14="http://schemas.microsoft.com/office/powerpoint/2010/main" val="2838175889"/>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0" y="311561"/>
            <a:ext cx="12188825" cy="720197"/>
          </a:xfrm>
          <a:prstGeom prst="rect">
            <a:avLst/>
          </a:prstGeom>
          <a:noFill/>
        </p:spPr>
        <p:txBody>
          <a:bodyPr wrap="square" rtlCol="0">
            <a:spAutoFit/>
          </a:bodyPr>
          <a:lstStyle/>
          <a:p>
            <a:pPr algn="ctr">
              <a:lnSpc>
                <a:spcPct val="85000"/>
              </a:lnSpc>
            </a:pPr>
            <a:r>
              <a:rPr lang="en-US" sz="4800" spc="-100" dirty="0" err="1">
                <a:solidFill>
                  <a:srgbClr val="0070C0"/>
                </a:solidFill>
                <a:latin typeface="+mj-lt"/>
                <a:ea typeface="Segoe UI Bold" panose="020B0802040204020203" pitchFamily="34" charset="0"/>
                <a:cs typeface="Segoe UI Bold" panose="020B0802040204020203" pitchFamily="34" charset="0"/>
              </a:rPr>
              <a:t>Ayuda</a:t>
            </a:r>
            <a:r>
              <a:rPr lang="en-US" sz="4800" spc="-100" dirty="0">
                <a:solidFill>
                  <a:srgbClr val="0070C0"/>
                </a:solidFill>
                <a:latin typeface="+mj-lt"/>
                <a:ea typeface="Segoe UI Bold" panose="020B0802040204020203" pitchFamily="34" charset="0"/>
                <a:cs typeface="Segoe UI Bold" panose="020B0802040204020203" pitchFamily="34" charset="0"/>
              </a:rPr>
              <a:t> de Office</a:t>
            </a:r>
          </a:p>
        </p:txBody>
      </p:sp>
      <p:sp>
        <p:nvSpPr>
          <p:cNvPr id="2" name="TextBox 1"/>
          <p:cNvSpPr txBox="1"/>
          <p:nvPr/>
        </p:nvSpPr>
        <p:spPr>
          <a:xfrm>
            <a:off x="663456" y="1674911"/>
            <a:ext cx="10861912" cy="3939540"/>
          </a:xfrm>
          <a:prstGeom prst="rect">
            <a:avLst/>
          </a:prstGeom>
          <a:noFill/>
        </p:spPr>
        <p:txBody>
          <a:bodyPr wrap="square" lIns="0" tIns="0" rIns="0" bIns="0" rtlCol="0">
            <a:spAutoFit/>
          </a:bodyPr>
          <a:lstStyle/>
          <a:p>
            <a:pPr algn="ctr"/>
            <a:r>
              <a:rPr lang="es-AR" sz="3200" i="1" spc="-70" dirty="0">
                <a:gradFill>
                  <a:gsLst>
                    <a:gs pos="2917">
                      <a:schemeClr val="bg2"/>
                    </a:gs>
                    <a:gs pos="95000">
                      <a:schemeClr val="bg2"/>
                    </a:gs>
                  </a:gsLst>
                  <a:lin ang="5400000" scaled="0"/>
                </a:gradFill>
              </a:rPr>
              <a:t>¿</a:t>
            </a:r>
            <a:r>
              <a:rPr lang="es-AR" sz="3200" i="1" spc="-70" dirty="0" err="1">
                <a:gradFill>
                  <a:gsLst>
                    <a:gs pos="2917">
                      <a:schemeClr val="bg2"/>
                    </a:gs>
                    <a:gs pos="95000">
                      <a:schemeClr val="bg2"/>
                    </a:gs>
                  </a:gsLst>
                  <a:lin ang="5400000" scaled="0"/>
                </a:gradFill>
              </a:rPr>
              <a:t>Buscás</a:t>
            </a:r>
            <a:r>
              <a:rPr lang="es-AR" sz="3200" i="1" spc="-70" dirty="0">
                <a:gradFill>
                  <a:gsLst>
                    <a:gs pos="2917">
                      <a:schemeClr val="bg2"/>
                    </a:gs>
                    <a:gs pos="95000">
                      <a:schemeClr val="bg2"/>
                    </a:gs>
                  </a:gsLst>
                  <a:lin ang="5400000" scaled="0"/>
                </a:gradFill>
              </a:rPr>
              <a:t> respuestas a tus preguntas? ¡El Centro de Ayuda es tu lugar! Podrás encontrar información sobre:</a:t>
            </a:r>
          </a:p>
          <a:p>
            <a:pPr marL="457200" indent="-457200" algn="ctr">
              <a:buFont typeface="Arial" panose="020B0604020202020204" pitchFamily="34" charset="0"/>
              <a:buChar char="•"/>
            </a:pPr>
            <a:r>
              <a:rPr lang="es-AR" sz="3200" i="1" spc="-70" dirty="0">
                <a:gradFill>
                  <a:gsLst>
                    <a:gs pos="2917">
                      <a:schemeClr val="bg2"/>
                    </a:gs>
                    <a:gs pos="95000">
                      <a:schemeClr val="bg2"/>
                    </a:gs>
                  </a:gsLst>
                  <a:lin ang="5400000" scaled="0"/>
                </a:gradFill>
              </a:rPr>
              <a:t>Temas más populares</a:t>
            </a:r>
          </a:p>
          <a:p>
            <a:pPr marL="457200" indent="-457200" algn="ctr">
              <a:buFont typeface="Arial" panose="020B0604020202020204" pitchFamily="34" charset="0"/>
              <a:buChar char="•"/>
            </a:pPr>
            <a:r>
              <a:rPr lang="es-AR" sz="3200" i="1" spc="-70" dirty="0">
                <a:gradFill>
                  <a:gsLst>
                    <a:gs pos="2917">
                      <a:schemeClr val="bg2"/>
                    </a:gs>
                    <a:gs pos="95000">
                      <a:schemeClr val="bg2"/>
                    </a:gs>
                  </a:gsLst>
                  <a:lin ang="5400000" scaled="0"/>
                </a:gradFill>
              </a:rPr>
              <a:t>Introducción a Office 2016</a:t>
            </a:r>
          </a:p>
          <a:p>
            <a:pPr marL="457200" indent="-457200" algn="ctr">
              <a:buFont typeface="Arial" panose="020B0604020202020204" pitchFamily="34" charset="0"/>
              <a:buChar char="•"/>
            </a:pPr>
            <a:r>
              <a:rPr lang="es-AR" sz="3200" i="1" spc="-70" dirty="0">
                <a:gradFill>
                  <a:gsLst>
                    <a:gs pos="2917">
                      <a:schemeClr val="bg2"/>
                    </a:gs>
                    <a:gs pos="95000">
                      <a:schemeClr val="bg2"/>
                    </a:gs>
                  </a:gsLst>
                  <a:lin ang="5400000" scaled="0"/>
                </a:gradFill>
              </a:rPr>
              <a:t>Office 365 para el ámbito educativo</a:t>
            </a:r>
          </a:p>
          <a:p>
            <a:pPr marL="457200" indent="-457200" algn="ctr">
              <a:buFont typeface="Arial" panose="020B0604020202020204" pitchFamily="34" charset="0"/>
              <a:buChar char="•"/>
            </a:pPr>
            <a:r>
              <a:rPr lang="es-AR" sz="3200" i="1" spc="-70" dirty="0">
                <a:gradFill>
                  <a:gsLst>
                    <a:gs pos="2917">
                      <a:schemeClr val="bg2"/>
                    </a:gs>
                    <a:gs pos="95000">
                      <a:schemeClr val="bg2"/>
                    </a:gs>
                  </a:gsLst>
                  <a:lin ang="5400000" scaled="0"/>
                </a:gradFill>
              </a:rPr>
              <a:t>Y mucho más!</a:t>
            </a:r>
          </a:p>
          <a:p>
            <a:pPr algn="ctr"/>
            <a:endParaRPr lang="es-AR" sz="3200" i="1" spc="-70" dirty="0">
              <a:gradFill>
                <a:gsLst>
                  <a:gs pos="2917">
                    <a:schemeClr val="bg2"/>
                  </a:gs>
                  <a:gs pos="95000">
                    <a:schemeClr val="bg2"/>
                  </a:gs>
                </a:gsLst>
                <a:lin ang="5400000" scaled="0"/>
              </a:gradFill>
            </a:endParaRPr>
          </a:p>
          <a:p>
            <a:pPr algn="ctr"/>
            <a:r>
              <a:rPr lang="es-AR" sz="3200" i="1" spc="-70" dirty="0">
                <a:gradFill>
                  <a:gsLst>
                    <a:gs pos="2917">
                      <a:schemeClr val="bg2"/>
                    </a:gs>
                    <a:gs pos="95000">
                      <a:schemeClr val="bg2"/>
                    </a:gs>
                  </a:gsLst>
                  <a:lin ang="5400000" scaled="0"/>
                </a:gradFill>
                <a:hlinkClick r:id="rId3"/>
              </a:rPr>
              <a:t>Hacé </a:t>
            </a:r>
            <a:r>
              <a:rPr lang="es-AR" sz="3200" i="1" spc="-70" dirty="0" err="1">
                <a:gradFill>
                  <a:gsLst>
                    <a:gs pos="2917">
                      <a:schemeClr val="bg2"/>
                    </a:gs>
                    <a:gs pos="95000">
                      <a:schemeClr val="bg2"/>
                    </a:gs>
                  </a:gsLst>
                  <a:lin ang="5400000" scaled="0"/>
                </a:gradFill>
                <a:hlinkClick r:id="rId3"/>
              </a:rPr>
              <a:t>click</a:t>
            </a:r>
            <a:r>
              <a:rPr lang="es-AR" sz="3200" i="1" spc="-70" dirty="0">
                <a:gradFill>
                  <a:gsLst>
                    <a:gs pos="2917">
                      <a:schemeClr val="bg2"/>
                    </a:gs>
                    <a:gs pos="95000">
                      <a:schemeClr val="bg2"/>
                    </a:gs>
                  </a:gsLst>
                  <a:lin ang="5400000" scaled="0"/>
                </a:gradFill>
                <a:hlinkClick r:id="rId3"/>
              </a:rPr>
              <a:t> para abrirlo en tu navegador</a:t>
            </a:r>
            <a:endParaRPr lang="es-AR" sz="3200" i="1" spc="-70" dirty="0">
              <a:gradFill>
                <a:gsLst>
                  <a:gs pos="2917">
                    <a:schemeClr val="bg2"/>
                  </a:gs>
                  <a:gs pos="95000">
                    <a:schemeClr val="bg2"/>
                  </a:gs>
                </a:gsLst>
                <a:lin ang="5400000" scaled="0"/>
              </a:gradFill>
            </a:endParaRPr>
          </a:p>
        </p:txBody>
      </p:sp>
    </p:spTree>
    <p:extLst>
      <p:ext uri="{BB962C8B-B14F-4D97-AF65-F5344CB8AC3E}">
        <p14:creationId xmlns:p14="http://schemas.microsoft.com/office/powerpoint/2010/main" val="2808248063"/>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blackWhite">
          <a:xfrm>
            <a:off x="533042" y="6291947"/>
            <a:ext cx="11148351" cy="32244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2088" eaLnBrk="0" hangingPunct="0"/>
            <a:r>
              <a:rPr lang="en-US" sz="698" dirty="0">
                <a:solidFill>
                  <a:srgbClr val="797A7D"/>
                </a:solidFill>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2088" eaLnBrk="0" hangingPunct="0"/>
            <a:r>
              <a:rPr lang="en-US" sz="698" dirty="0">
                <a:solidFill>
                  <a:srgbClr val="797A7D"/>
                </a:solidFill>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a:t>
            </a:r>
            <a:br>
              <a:rPr lang="en-US" sz="698" dirty="0">
                <a:solidFill>
                  <a:srgbClr val="797A7D"/>
                </a:solidFill>
                <a:ea typeface="Segoe UI" pitchFamily="34" charset="0"/>
                <a:cs typeface="Segoe UI" pitchFamily="34" charset="0"/>
              </a:rPr>
            </a:br>
            <a:r>
              <a:rPr lang="en-US" sz="698" dirty="0">
                <a:solidFill>
                  <a:srgbClr val="797A7D"/>
                </a:solidFill>
                <a:ea typeface="Segoe UI" pitchFamily="34" charset="0"/>
                <a:cs typeface="Segoe UI" pitchFamily="34" charset="0"/>
              </a:rPr>
              <a:t>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092808303"/>
      </p:ext>
    </p:extLst>
  </p:cSld>
  <p:clrMapOvr>
    <a:masterClrMapping/>
  </p:clrMapOvr>
  <p:transition>
    <p:fade/>
  </p:transition>
</p:sld>
</file>

<file path=ppt/theme/theme1.xml><?xml version="1.0" encoding="utf-8"?>
<a:theme xmlns:a="http://schemas.openxmlformats.org/drawingml/2006/main" name="2_5-30055_Office Template 2012 - 16x9 - White Background">
  <a:themeElements>
    <a:clrScheme name="Office_Template_2012_Light">
      <a:dk1>
        <a:srgbClr val="000000"/>
      </a:dk1>
      <a:lt1>
        <a:srgbClr val="FFFFFF"/>
      </a:lt1>
      <a:dk2>
        <a:srgbClr val="EB3C00"/>
      </a:dk2>
      <a:lt2>
        <a:srgbClr val="797A7D"/>
      </a:lt2>
      <a:accent1>
        <a:srgbClr val="EB3C00"/>
      </a:accent1>
      <a:accent2>
        <a:srgbClr val="FF8C00"/>
      </a:accent2>
      <a:accent3>
        <a:srgbClr val="FFB900"/>
      </a:accent3>
      <a:accent4>
        <a:srgbClr val="007233"/>
      </a:accent4>
      <a:accent5>
        <a:srgbClr val="00188F"/>
      </a:accent5>
      <a:accent6>
        <a:srgbClr val="68217A"/>
      </a:accent6>
      <a:hlink>
        <a:srgbClr val="FF8C00"/>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2.xml><?xml version="1.0" encoding="utf-8"?>
<a:theme xmlns:a="http://schemas.openxmlformats.org/drawingml/2006/main" name="new visio">
  <a:themeElements>
    <a:clrScheme name="Visio">
      <a:dk1>
        <a:srgbClr val="000000"/>
      </a:dk1>
      <a:lt1>
        <a:srgbClr val="FFFFFF"/>
      </a:lt1>
      <a:dk2>
        <a:srgbClr val="25408D"/>
      </a:dk2>
      <a:lt2>
        <a:srgbClr val="EAEEFB"/>
      </a:lt2>
      <a:accent1>
        <a:srgbClr val="3955A1"/>
      </a:accent1>
      <a:accent2>
        <a:srgbClr val="4D6AB6"/>
      </a:accent2>
      <a:accent3>
        <a:srgbClr val="C1CEF1"/>
      </a:accent3>
      <a:accent4>
        <a:srgbClr val="ABB9E2"/>
      </a:accent4>
      <a:accent5>
        <a:srgbClr val="D6DFF6"/>
      </a:accent5>
      <a:accent6>
        <a:srgbClr val="FFC000"/>
      </a:accent6>
      <a:hlink>
        <a:srgbClr val="00AEEF"/>
      </a:hlink>
      <a:folHlink>
        <a:srgbClr val="910091"/>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algn="ct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extLst>
    <a:ext uri="{05A4C25C-085E-4340-85A3-A5531E510DB2}">
      <thm15:themeFamily xmlns:thm15="http://schemas.microsoft.com/office/thememl/2012/main" name="new visio" id="{495D862E-63B8-4283-828F-3FCD4E41C14B}" vid="{AE9B7E1B-B099-4CAA-895D-02A9EB9E2F66}"/>
    </a:ext>
  </a:extLst>
</a:theme>
</file>

<file path=ppt/theme/theme3.xml><?xml version="1.0" encoding="utf-8"?>
<a:theme xmlns:a="http://schemas.openxmlformats.org/drawingml/2006/main" name="new project">
  <a:themeElements>
    <a:clrScheme name="Custom 1">
      <a:dk1>
        <a:srgbClr val="000000"/>
      </a:dk1>
      <a:lt1>
        <a:srgbClr val="FFFFFF"/>
      </a:lt1>
      <a:dk2>
        <a:srgbClr val="3F3F3F"/>
      </a:dk2>
      <a:lt2>
        <a:srgbClr val="F2F2F2"/>
      </a:lt2>
      <a:accent1>
        <a:srgbClr val="00AEEF"/>
      </a:accent1>
      <a:accent2>
        <a:srgbClr val="45BA76"/>
      </a:accent2>
      <a:accent3>
        <a:srgbClr val="00A950"/>
      </a:accent3>
      <a:accent4>
        <a:srgbClr val="2E844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extLst>
    <a:ext uri="{05A4C25C-085E-4340-85A3-A5531E510DB2}">
      <thm15:themeFamily xmlns:thm15="http://schemas.microsoft.com/office/thememl/2012/main" name="new project" id="{562FA46A-75BB-4149-A06C-6927DF0AE6DE}" vid="{69163A12-C278-49C6-BAEA-F9FF23F31596}"/>
    </a:ext>
  </a:extLst>
</a:theme>
</file>

<file path=ppt/theme/theme4.xml><?xml version="1.0" encoding="utf-8"?>
<a:theme xmlns:a="http://schemas.openxmlformats.org/drawingml/2006/main" name="3_5-30055_Office Template 2012 - 16x9 - White Background">
  <a:themeElements>
    <a:clrScheme name="Office_Template_2012_Light">
      <a:dk1>
        <a:srgbClr val="000000"/>
      </a:dk1>
      <a:lt1>
        <a:srgbClr val="FFFFFF"/>
      </a:lt1>
      <a:dk2>
        <a:srgbClr val="EB3C00"/>
      </a:dk2>
      <a:lt2>
        <a:srgbClr val="797A7D"/>
      </a:lt2>
      <a:accent1>
        <a:srgbClr val="EB3C00"/>
      </a:accent1>
      <a:accent2>
        <a:srgbClr val="FF8C00"/>
      </a:accent2>
      <a:accent3>
        <a:srgbClr val="FFB900"/>
      </a:accent3>
      <a:accent4>
        <a:srgbClr val="007233"/>
      </a:accent4>
      <a:accent5>
        <a:srgbClr val="00188F"/>
      </a:accent5>
      <a:accent6>
        <a:srgbClr val="68217A"/>
      </a:accent6>
      <a:hlink>
        <a:srgbClr val="FF8C00"/>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5.xml><?xml version="1.0" encoding="utf-8"?>
<a:theme xmlns:a="http://schemas.openxmlformats.org/drawingml/2006/main" name="4_5-30055_Office Template 2012 - 16x9 - White Background">
  <a:themeElements>
    <a:clrScheme name="Office_Template_2012_Light">
      <a:dk1>
        <a:srgbClr val="000000"/>
      </a:dk1>
      <a:lt1>
        <a:srgbClr val="FFFFFF"/>
      </a:lt1>
      <a:dk2>
        <a:srgbClr val="EB3C00"/>
      </a:dk2>
      <a:lt2>
        <a:srgbClr val="797A7D"/>
      </a:lt2>
      <a:accent1>
        <a:srgbClr val="EB3C00"/>
      </a:accent1>
      <a:accent2>
        <a:srgbClr val="FF8C00"/>
      </a:accent2>
      <a:accent3>
        <a:srgbClr val="FFB900"/>
      </a:accent3>
      <a:accent4>
        <a:srgbClr val="007233"/>
      </a:accent4>
      <a:accent5>
        <a:srgbClr val="00188F"/>
      </a:accent5>
      <a:accent6>
        <a:srgbClr val="68217A"/>
      </a:accent6>
      <a:hlink>
        <a:srgbClr val="FF8C00"/>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395CAB72619F4BB0B30CF1F1515954" ma:contentTypeVersion="1" ma:contentTypeDescription="Create a new document." ma:contentTypeScope="" ma:versionID="032eae42f7375fcefd94f191b5fb6517">
  <xsd:schema xmlns:xsd="http://www.w3.org/2001/XMLSchema" xmlns:xs="http://www.w3.org/2001/XMLSchema" xmlns:p="http://schemas.microsoft.com/office/2006/metadata/properties" xmlns:ns3="417eacc9-e9e3-456b-b830-81e5d924c63b" targetNamespace="http://schemas.microsoft.com/office/2006/metadata/properties" ma:root="true" ma:fieldsID="c91217c68b2fcb92d6229f4d540feef2" ns3:_="">
    <xsd:import namespace="417eacc9-e9e3-456b-b830-81e5d924c63b"/>
    <xsd:element name="properties">
      <xsd:complexType>
        <xsd:sequence>
          <xsd:element name="documentManagement">
            <xsd:complexType>
              <xsd:all>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7eacc9-e9e3-456b-b830-81e5d924c63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C5031C-D755-454D-A025-388CFD0543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17eacc9-e9e3-456b-b830-81e5d924c6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F9E5D0-23C7-449B-8D6E-67CE4E1CA810}">
  <ds:schemaRef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417eacc9-e9e3-456b-b830-81e5d924c63b"/>
    <ds:schemaRef ds:uri="http://www.w3.org/XML/1998/namespace"/>
  </ds:schemaRefs>
</ds:datastoreItem>
</file>

<file path=customXml/itemProps3.xml><?xml version="1.0" encoding="utf-8"?>
<ds:datastoreItem xmlns:ds="http://schemas.openxmlformats.org/officeDocument/2006/customXml" ds:itemID="{88D08498-E5CF-4D0B-A186-BD8D9BB42F7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3223</TotalTime>
  <Words>3475</Words>
  <Application>Microsoft Office PowerPoint</Application>
  <PresentationFormat>Custom</PresentationFormat>
  <Paragraphs>168</Paragraphs>
  <Slides>9</Slides>
  <Notes>8</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9</vt:i4>
      </vt:variant>
    </vt:vector>
  </HeadingPairs>
  <TitlesOfParts>
    <vt:vector size="24" baseType="lpstr">
      <vt:lpstr>Arial</vt:lpstr>
      <vt:lpstr>Calibri</vt:lpstr>
      <vt:lpstr>Consolas</vt:lpstr>
      <vt:lpstr>Segoe Pro</vt:lpstr>
      <vt:lpstr>Segoe Pro Light</vt:lpstr>
      <vt:lpstr>Segoe UI</vt:lpstr>
      <vt:lpstr>Segoe UI Bold</vt:lpstr>
      <vt:lpstr>Segoe UI Light</vt:lpstr>
      <vt:lpstr>Segoe UI Semibold</vt:lpstr>
      <vt:lpstr>Wingdings</vt:lpstr>
      <vt:lpstr>2_5-30055_Office Template 2012 - 16x9 - White Background</vt:lpstr>
      <vt:lpstr>new visio</vt:lpstr>
      <vt:lpstr>new project</vt:lpstr>
      <vt:lpstr>3_5-30055_Office Template 2012 - 16x9 - White Background</vt:lpstr>
      <vt:lpstr>4_5-30055_Office Template 2012 - 16x9 - White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Pitch Deck for Office 365 Business</dc:title>
  <dc:subject/>
  <dc:creator>Nicole Parafita</dc:creator>
  <cp:keywords/>
  <cp:lastModifiedBy>Maximiliano Gracia</cp:lastModifiedBy>
  <cp:revision>26</cp:revision>
  <dcterms:created xsi:type="dcterms:W3CDTF">2014-09-11T19:04:33Z</dcterms:created>
  <dcterms:modified xsi:type="dcterms:W3CDTF">2016-02-24T12:52:16Z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0x01010066395CAB72619F4BB0B30CF1F1515954</vt:lpwstr>
  </property>
  <property fmtid="{D5CDD505-2E9C-101B-9397-08002B2CF9AE}" pid="3" name="TaxKeyword">
    <vt:lpwstr/>
  </property>
  <property fmtid="{D5CDD505-2E9C-101B-9397-08002B2CF9AE}" pid="4" name="Audiences">
    <vt:lpwstr>199;#small and medium businesses|e51c11b8-7e3f-446f-bf9c-3067e1ee0a26</vt:lpwstr>
  </property>
  <property fmtid="{D5CDD505-2E9C-101B-9397-08002B2CF9AE}" pid="5" name="Region">
    <vt:lpwstr/>
  </property>
  <property fmtid="{D5CDD505-2E9C-101B-9397-08002B2CF9AE}" pid="6" name="Segments">
    <vt:lpwstr/>
  </property>
  <property fmtid="{D5CDD505-2E9C-101B-9397-08002B2CF9AE}" pid="7" name="Confidentiality">
    <vt:lpwstr>216;#customer ready|8986c41d-21c5-4f8f-8a12-ea4625b46858</vt:lpwstr>
  </property>
  <property fmtid="{D5CDD505-2E9C-101B-9397-08002B2CF9AE}" pid="8" name="ActivitiesAndPrograms">
    <vt:lpwstr/>
  </property>
  <property fmtid="{D5CDD505-2E9C-101B-9397-08002B2CF9AE}" pid="9" name="Partners">
    <vt:lpwstr/>
  </property>
  <property fmtid="{D5CDD505-2E9C-101B-9397-08002B2CF9AE}" pid="10" name="Groups">
    <vt:lpwstr>444;#Office Marketing Group|a07bee86-ad38-44ef-877b-5c34e894c7ed</vt:lpwstr>
  </property>
  <property fmtid="{D5CDD505-2E9C-101B-9397-08002B2CF9AE}" pid="11" name="Topics">
    <vt:lpwstr>1305;#hub subset|c6bfd112-b986-4a0a-aa8d-90e767bfdfa6</vt:lpwstr>
  </property>
  <property fmtid="{D5CDD505-2E9C-101B-9397-08002B2CF9AE}" pid="12" name="Industries">
    <vt:lpwstr/>
  </property>
  <property fmtid="{D5CDD505-2E9C-101B-9397-08002B2CF9AE}" pid="13" name="Roles">
    <vt:lpwstr/>
  </property>
  <property fmtid="{D5CDD505-2E9C-101B-9397-08002B2CF9AE}" pid="14" name="SMSGDomain">
    <vt:lpwstr>4;#Microsoft Office Division|998d7cd0-7f52-4d06-a505-529ce4856340</vt:lpwstr>
  </property>
  <property fmtid="{D5CDD505-2E9C-101B-9397-08002B2CF9AE}" pid="15" name="Competitors">
    <vt:lpwstr/>
  </property>
  <property fmtid="{D5CDD505-2E9C-101B-9397-08002B2CF9AE}" pid="16" name="BusinessArchitecture">
    <vt:lpwstr/>
  </property>
  <property fmtid="{D5CDD505-2E9C-101B-9397-08002B2CF9AE}" pid="17" name="Products">
    <vt:lpwstr>274;#Microsoft Office 365|79b3b58e-e806-4c92-b1ab-8c086f06098a</vt:lpwstr>
  </property>
  <property fmtid="{D5CDD505-2E9C-101B-9397-08002B2CF9AE}" pid="18" name="_dlc_policyId">
    <vt:lpwstr/>
  </property>
  <property fmtid="{D5CDD505-2E9C-101B-9397-08002B2CF9AE}" pid="19" name="ItemRetentionFormula">
    <vt:lpwstr/>
  </property>
  <property fmtid="{D5CDD505-2E9C-101B-9397-08002B2CF9AE}" pid="20" name="_dlc_DocIdItemGuid">
    <vt:lpwstr>29f7b084-792e-4f64-b817-788e4e328821</vt:lpwstr>
  </property>
  <property fmtid="{D5CDD505-2E9C-101B-9397-08002B2CF9AE}" pid="21" name="ItemType">
    <vt:lpwstr>3;#customer presentations|18e9ae94-e321-4eea-82d2-ad5b2f470f3c</vt:lpwstr>
  </property>
  <property fmtid="{D5CDD505-2E9C-101B-9397-08002B2CF9AE}" pid="22" name="EnterpriseDomainTags">
    <vt:lpwstr/>
  </property>
  <property fmtid="{D5CDD505-2E9C-101B-9397-08002B2CF9AE}" pid="23" name="Languages">
    <vt:lpwstr/>
  </property>
  <property fmtid="{D5CDD505-2E9C-101B-9397-08002B2CF9AE}" pid="24" name="WorkflowChangePath">
    <vt:lpwstr>e929cdc8-ef5a-4aed-ad88-a2076c847023,4;e929cdc8-ef5a-4aed-ad88-a2076c847023,9;</vt:lpwstr>
  </property>
  <property fmtid="{D5CDD505-2E9C-101B-9397-08002B2CF9AE}" pid="25" name="p1cd454bacc149bfbcfd764edd279de7">
    <vt:lpwstr/>
  </property>
  <property fmtid="{D5CDD505-2E9C-101B-9397-08002B2CF9AE}" pid="26" name="bc28b5f076654a3b96073bbbebfeb8c9">
    <vt:lpwstr/>
  </property>
  <property fmtid="{D5CDD505-2E9C-101B-9397-08002B2CF9AE}" pid="27" name="j4d667fb28274e85b2214f6e751c8d1f">
    <vt:lpwstr/>
  </property>
  <property fmtid="{D5CDD505-2E9C-101B-9397-08002B2CF9AE}" pid="28" name="MSProducts">
    <vt:lpwstr/>
  </property>
  <property fmtid="{D5CDD505-2E9C-101B-9397-08002B2CF9AE}" pid="29" name="m6d26e40ac264097a006193f92232ece">
    <vt:lpwstr/>
  </property>
  <property fmtid="{D5CDD505-2E9C-101B-9397-08002B2CF9AE}" pid="30" name="SMSGTags">
    <vt:lpwstr/>
  </property>
  <property fmtid="{D5CDD505-2E9C-101B-9397-08002B2CF9AE}" pid="31" name="j031aa32f4154c8c9a646efae715ebde">
    <vt:lpwstr/>
  </property>
  <property fmtid="{D5CDD505-2E9C-101B-9397-08002B2CF9AE}" pid="32" name="l311460e3fdf46688abc31ddb7bdc05a">
    <vt:lpwstr/>
  </property>
  <property fmtid="{D5CDD505-2E9C-101B-9397-08002B2CF9AE}" pid="33" name="la4444b61d19467597d63190b69ac227">
    <vt:lpwstr/>
  </property>
  <property fmtid="{D5CDD505-2E9C-101B-9397-08002B2CF9AE}" pid="34" name="MSProductsTaxHTField0">
    <vt:lpwstr/>
  </property>
  <property fmtid="{D5CDD505-2E9C-101B-9397-08002B2CF9AE}" pid="35" name="_docset_NoMedatataSyncRequired">
    <vt:lpwstr>False</vt:lpwstr>
  </property>
  <property fmtid="{D5CDD505-2E9C-101B-9397-08002B2CF9AE}" pid="36" name="messageframeworktype">
    <vt:lpwstr/>
  </property>
  <property fmtid="{D5CDD505-2E9C-101B-9397-08002B2CF9AE}" pid="37" name="MSLanguage">
    <vt:lpwstr/>
  </property>
  <property fmtid="{D5CDD505-2E9C-101B-9397-08002B2CF9AE}" pid="38" name="cb7870d3641f4a52807a63577a9c1b08">
    <vt:lpwstr/>
  </property>
  <property fmtid="{D5CDD505-2E9C-101B-9397-08002B2CF9AE}" pid="39" name="TechnicalLevel">
    <vt:lpwstr/>
  </property>
  <property fmtid="{D5CDD505-2E9C-101B-9397-08002B2CF9AE}" pid="40" name="LearningOrganization">
    <vt:lpwstr/>
  </property>
  <property fmtid="{D5CDD505-2E9C-101B-9397-08002B2CF9AE}" pid="41" name="EmployeeRole">
    <vt:lpwstr/>
  </property>
  <property fmtid="{D5CDD505-2E9C-101B-9397-08002B2CF9AE}" pid="42" name="LearningDeliveryMethod">
    <vt:lpwstr/>
  </property>
  <property fmtid="{D5CDD505-2E9C-101B-9397-08002B2CF9AE}" pid="43" name="SalesGeography">
    <vt:lpwstr/>
  </property>
  <property fmtid="{D5CDD505-2E9C-101B-9397-08002B2CF9AE}" pid="44" name="IsMyDocuments">
    <vt:bool>true</vt:bool>
  </property>
</Properties>
</file>